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3.xml" ContentType="application/vnd.openxmlformats-officedocument.theme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media/image93.jpg" ContentType="image/jpg"/>
  <Override PartName="/ppt/media/image94.jpg" ContentType="image/jpg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1" r:id="rId1"/>
    <p:sldMasterId id="2147483650" r:id="rId2"/>
    <p:sldMasterId id="2147483699" r:id="rId3"/>
    <p:sldMasterId id="2147483781" r:id="rId4"/>
  </p:sldMasterIdLst>
  <p:notesMasterIdLst>
    <p:notesMasterId r:id="rId71"/>
  </p:notesMasterIdLst>
  <p:handoutMasterIdLst>
    <p:handoutMasterId r:id="rId72"/>
  </p:handoutMasterIdLst>
  <p:sldIdLst>
    <p:sldId id="256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80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6" r:id="rId40"/>
    <p:sldId id="298" r:id="rId41"/>
    <p:sldId id="299" r:id="rId42"/>
    <p:sldId id="300" r:id="rId43"/>
    <p:sldId id="301" r:id="rId44"/>
    <p:sldId id="302" r:id="rId45"/>
    <p:sldId id="303" r:id="rId46"/>
    <p:sldId id="304" r:id="rId47"/>
    <p:sldId id="305" r:id="rId48"/>
    <p:sldId id="306" r:id="rId49"/>
    <p:sldId id="307" r:id="rId50"/>
    <p:sldId id="308" r:id="rId51"/>
    <p:sldId id="309" r:id="rId52"/>
    <p:sldId id="310" r:id="rId53"/>
    <p:sldId id="311" r:id="rId54"/>
    <p:sldId id="312" r:id="rId55"/>
    <p:sldId id="313" r:id="rId56"/>
    <p:sldId id="314" r:id="rId57"/>
    <p:sldId id="316" r:id="rId58"/>
    <p:sldId id="317" r:id="rId59"/>
    <p:sldId id="318" r:id="rId60"/>
    <p:sldId id="319" r:id="rId61"/>
    <p:sldId id="320" r:id="rId62"/>
    <p:sldId id="321" r:id="rId63"/>
    <p:sldId id="322" r:id="rId64"/>
    <p:sldId id="323" r:id="rId65"/>
    <p:sldId id="324" r:id="rId66"/>
    <p:sldId id="325" r:id="rId67"/>
    <p:sldId id="326" r:id="rId68"/>
    <p:sldId id="327" r:id="rId69"/>
    <p:sldId id="328" r:id="rId70"/>
  </p:sldIdLst>
  <p:sldSz cx="10058400" cy="7772400"/>
  <p:notesSz cx="7315200" cy="9601200"/>
  <p:defaultTextStyle>
    <a:defPPr>
      <a:defRPr lang="en-US"/>
    </a:defPPr>
    <a:lvl1pPr algn="r" rtl="0" eaLnBrk="0" fontAlgn="base" hangingPunct="0">
      <a:spcBef>
        <a:spcPct val="0"/>
      </a:spcBef>
      <a:spcAft>
        <a:spcPct val="0"/>
      </a:spcAft>
      <a:defRPr kern="1200">
        <a:solidFill>
          <a:schemeClr val="tx2"/>
        </a:solidFill>
        <a:latin typeface="Book Antiqua" charset="0"/>
        <a:ea typeface="ＭＳ Ｐゴシック" charset="-128"/>
        <a:cs typeface="ＭＳ Ｐゴシック" charset="-128"/>
      </a:defRPr>
    </a:lvl1pPr>
    <a:lvl2pPr marL="457200" algn="r" rtl="0" eaLnBrk="0" fontAlgn="base" hangingPunct="0">
      <a:spcBef>
        <a:spcPct val="0"/>
      </a:spcBef>
      <a:spcAft>
        <a:spcPct val="0"/>
      </a:spcAft>
      <a:defRPr kern="1200">
        <a:solidFill>
          <a:schemeClr val="tx2"/>
        </a:solidFill>
        <a:latin typeface="Book Antiqua" charset="0"/>
        <a:ea typeface="ＭＳ Ｐゴシック" charset="-128"/>
        <a:cs typeface="ＭＳ Ｐゴシック" charset="-128"/>
      </a:defRPr>
    </a:lvl2pPr>
    <a:lvl3pPr marL="914400" algn="r" rtl="0" eaLnBrk="0" fontAlgn="base" hangingPunct="0">
      <a:spcBef>
        <a:spcPct val="0"/>
      </a:spcBef>
      <a:spcAft>
        <a:spcPct val="0"/>
      </a:spcAft>
      <a:defRPr kern="1200">
        <a:solidFill>
          <a:schemeClr val="tx2"/>
        </a:solidFill>
        <a:latin typeface="Book Antiqua" charset="0"/>
        <a:ea typeface="ＭＳ Ｐゴシック" charset="-128"/>
        <a:cs typeface="ＭＳ Ｐゴシック" charset="-128"/>
      </a:defRPr>
    </a:lvl3pPr>
    <a:lvl4pPr marL="1371600" algn="r" rtl="0" eaLnBrk="0" fontAlgn="base" hangingPunct="0">
      <a:spcBef>
        <a:spcPct val="0"/>
      </a:spcBef>
      <a:spcAft>
        <a:spcPct val="0"/>
      </a:spcAft>
      <a:defRPr kern="1200">
        <a:solidFill>
          <a:schemeClr val="tx2"/>
        </a:solidFill>
        <a:latin typeface="Book Antiqua" charset="0"/>
        <a:ea typeface="ＭＳ Ｐゴシック" charset="-128"/>
        <a:cs typeface="ＭＳ Ｐゴシック" charset="-128"/>
      </a:defRPr>
    </a:lvl4pPr>
    <a:lvl5pPr marL="1828800" algn="r" rtl="0" eaLnBrk="0" fontAlgn="base" hangingPunct="0">
      <a:spcBef>
        <a:spcPct val="0"/>
      </a:spcBef>
      <a:spcAft>
        <a:spcPct val="0"/>
      </a:spcAft>
      <a:defRPr kern="1200">
        <a:solidFill>
          <a:schemeClr val="tx2"/>
        </a:solidFill>
        <a:latin typeface="Book Antiqua" charset="0"/>
        <a:ea typeface="ＭＳ Ｐゴシック" charset="-128"/>
        <a:cs typeface="ＭＳ Ｐゴシック" charset="-128"/>
      </a:defRPr>
    </a:lvl5pPr>
    <a:lvl6pPr marL="2286000" algn="l" defTabSz="457200" rtl="0" eaLnBrk="1" latinLnBrk="0" hangingPunct="1">
      <a:defRPr kern="1200">
        <a:solidFill>
          <a:schemeClr val="tx2"/>
        </a:solidFill>
        <a:latin typeface="Book Antiqua" charset="0"/>
        <a:ea typeface="ＭＳ Ｐゴシック" charset="-128"/>
        <a:cs typeface="ＭＳ Ｐゴシック" charset="-128"/>
      </a:defRPr>
    </a:lvl6pPr>
    <a:lvl7pPr marL="2743200" algn="l" defTabSz="457200" rtl="0" eaLnBrk="1" latinLnBrk="0" hangingPunct="1">
      <a:defRPr kern="1200">
        <a:solidFill>
          <a:schemeClr val="tx2"/>
        </a:solidFill>
        <a:latin typeface="Book Antiqua" charset="0"/>
        <a:ea typeface="ＭＳ Ｐゴシック" charset="-128"/>
        <a:cs typeface="ＭＳ Ｐゴシック" charset="-128"/>
      </a:defRPr>
    </a:lvl7pPr>
    <a:lvl8pPr marL="3200400" algn="l" defTabSz="457200" rtl="0" eaLnBrk="1" latinLnBrk="0" hangingPunct="1">
      <a:defRPr kern="1200">
        <a:solidFill>
          <a:schemeClr val="tx2"/>
        </a:solidFill>
        <a:latin typeface="Book Antiqua" charset="0"/>
        <a:ea typeface="ＭＳ Ｐゴシック" charset="-128"/>
        <a:cs typeface="ＭＳ Ｐゴシック" charset="-128"/>
      </a:defRPr>
    </a:lvl8pPr>
    <a:lvl9pPr marL="3657600" algn="l" defTabSz="457200" rtl="0" eaLnBrk="1" latinLnBrk="0" hangingPunct="1">
      <a:defRPr kern="1200">
        <a:solidFill>
          <a:schemeClr val="tx2"/>
        </a:solidFill>
        <a:latin typeface="Book Antiqua" charset="0"/>
        <a:ea typeface="ＭＳ Ｐゴシック" charset="-128"/>
        <a:cs typeface="ＭＳ Ｐゴシック" charset="-128"/>
      </a:defRPr>
    </a:lvl9pPr>
  </p:defaultTextStyle>
  <p:extLst>
    <p:ext uri="{EFAFB233-063F-42B5-8137-9DF3F51BA10A}">
      <p15:sldGuideLst xmlns:p15="http://schemas.microsoft.com/office/powerpoint/2012/main">
        <p15:guide id="1" orient="horz" pos="2448">
          <p15:clr>
            <a:srgbClr val="A4A3A4"/>
          </p15:clr>
        </p15:guide>
        <p15:guide id="2" pos="316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AFEB2"/>
    <a:srgbClr val="70898E"/>
    <a:srgbClr val="8BA8AD"/>
    <a:srgbClr val="A7C8CD"/>
    <a:srgbClr val="50B1CB"/>
    <a:srgbClr val="C3B954"/>
    <a:srgbClr val="53B6C3"/>
    <a:srgbClr val="393939"/>
    <a:srgbClr val="1C1C1C"/>
    <a:srgbClr val="99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436" autoAdjust="0"/>
    <p:restoredTop sz="95018" autoAdjust="0"/>
  </p:normalViewPr>
  <p:slideViewPr>
    <p:cSldViewPr snapToGrid="0">
      <p:cViewPr varScale="1">
        <p:scale>
          <a:sx n="72" d="100"/>
          <a:sy n="72" d="100"/>
        </p:scale>
        <p:origin x="1382" y="62"/>
      </p:cViewPr>
      <p:guideLst>
        <p:guide orient="horz" pos="2448"/>
        <p:guide pos="31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slide" Target="slides/slide62.xml"/><Relationship Id="rId74" Type="http://schemas.openxmlformats.org/officeDocument/2006/relationships/viewProps" Target="viewProps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handoutMaster" Target="handoutMasters/handoutMaster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tableStyles" Target="tableStyles.xml"/><Relationship Id="rId7" Type="http://schemas.openxmlformats.org/officeDocument/2006/relationships/slide" Target="slides/slide3.xml"/><Relationship Id="rId71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-1657" y="-1640"/>
            <a:ext cx="3168927" cy="480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771" tIns="0" rIns="19771" bIns="0" numCol="1" anchor="t" anchorCtr="0" compatLnSpc="1">
            <a:prstTxWarp prst="textNoShape">
              <a:avLst/>
            </a:prstTxWarp>
          </a:bodyPr>
          <a:lstStyle>
            <a:lvl1pPr algn="l" defTabSz="988028">
              <a:defRPr sz="1000" i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6275" y="-1640"/>
            <a:ext cx="3168926" cy="480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771" tIns="0" rIns="19771" bIns="0" numCol="1" anchor="t" anchorCtr="0" compatLnSpc="1">
            <a:prstTxWarp prst="textNoShape">
              <a:avLst/>
            </a:prstTxWarp>
          </a:bodyPr>
          <a:lstStyle>
            <a:lvl1pPr defTabSz="988028">
              <a:defRPr sz="1000" i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-1657" y="9122452"/>
            <a:ext cx="3168927" cy="480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771" tIns="0" rIns="19771" bIns="0" numCol="1" anchor="b" anchorCtr="0" compatLnSpc="1">
            <a:prstTxWarp prst="textNoShape">
              <a:avLst/>
            </a:prstTxWarp>
          </a:bodyPr>
          <a:lstStyle>
            <a:lvl1pPr algn="l" defTabSz="988028">
              <a:defRPr sz="1000" i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6275" y="9122452"/>
            <a:ext cx="3168926" cy="480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771" tIns="0" rIns="19771" bIns="0" numCol="1" anchor="b" anchorCtr="0" compatLnSpc="1">
            <a:prstTxWarp prst="textNoShape">
              <a:avLst/>
            </a:prstTxWarp>
          </a:bodyPr>
          <a:lstStyle>
            <a:lvl1pPr defTabSz="988028">
              <a:defRPr sz="1000" i="1"/>
            </a:lvl1pPr>
          </a:lstStyle>
          <a:p>
            <a:pPr>
              <a:defRPr/>
            </a:pPr>
            <a:fld id="{9FFC03EE-2879-4F41-A72A-15A9C64D4D2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92131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-1657" y="-1640"/>
            <a:ext cx="3168927" cy="480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771" tIns="0" rIns="19771" bIns="0" numCol="1" anchor="t" anchorCtr="0" compatLnSpc="1">
            <a:prstTxWarp prst="textNoShape">
              <a:avLst/>
            </a:prstTxWarp>
          </a:bodyPr>
          <a:lstStyle>
            <a:lvl1pPr algn="l" defTabSz="988028">
              <a:defRPr sz="1000" i="1">
                <a:solidFill>
                  <a:schemeClr val="tx1"/>
                </a:solidFill>
                <a:latin typeface="Times New Roman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6275" y="-1640"/>
            <a:ext cx="3168926" cy="480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771" tIns="0" rIns="19771" bIns="0" numCol="1" anchor="t" anchorCtr="0" compatLnSpc="1">
            <a:prstTxWarp prst="textNoShape">
              <a:avLst/>
            </a:prstTxWarp>
          </a:bodyPr>
          <a:lstStyle>
            <a:lvl1pPr defTabSz="988028">
              <a:defRPr sz="1000" i="1">
                <a:solidFill>
                  <a:schemeClr val="tx1"/>
                </a:solidFill>
                <a:latin typeface="Times New Roman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-1657" y="9122452"/>
            <a:ext cx="3168927" cy="480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771" tIns="0" rIns="19771" bIns="0" numCol="1" anchor="b" anchorCtr="0" compatLnSpc="1">
            <a:prstTxWarp prst="textNoShape">
              <a:avLst/>
            </a:prstTxWarp>
          </a:bodyPr>
          <a:lstStyle>
            <a:lvl1pPr algn="l" defTabSz="988028">
              <a:defRPr sz="1000" i="1">
                <a:solidFill>
                  <a:schemeClr val="tx1"/>
                </a:solidFill>
                <a:latin typeface="Times New Roman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6275" y="9122452"/>
            <a:ext cx="3168926" cy="480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771" tIns="0" rIns="19771" bIns="0" numCol="1" anchor="b" anchorCtr="0" compatLnSpc="1">
            <a:prstTxWarp prst="textNoShape">
              <a:avLst/>
            </a:prstTxWarp>
          </a:bodyPr>
          <a:lstStyle>
            <a:lvl1pPr defTabSz="988028">
              <a:defRPr sz="1000" i="1">
                <a:solidFill>
                  <a:schemeClr val="tx1"/>
                </a:solidFill>
                <a:latin typeface="Times New Roman" charset="0"/>
              </a:defRPr>
            </a:lvl1pPr>
          </a:lstStyle>
          <a:p>
            <a:pPr>
              <a:defRPr/>
            </a:pPr>
            <a:fld id="{3FA952C1-0F39-B041-8D51-B7A31F96C81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5693" y="4561226"/>
            <a:ext cx="5362160" cy="43185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7202" tIns="49425" rIns="97202" bIns="4942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notes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27" name="Rectangle 7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325563" y="720725"/>
            <a:ext cx="4660900" cy="360203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285869512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defTabSz="9525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66725" algn="l" defTabSz="9525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33450" algn="l" defTabSz="9525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98588" algn="l" defTabSz="9525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65313" algn="l" defTabSz="9525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we know, most of the applications like HTTP, FTP requires reliability. Furthermore, we know that TCP provides reliability Service. Before going in to the detail how TCP reliability mechanism works. Lets built a reliable data transfer protocol step by step in order to understand the underlying challenges, which are addressed by TCP.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6C84C6-5D49-D24F-A333-4D40825F9A9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2931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1910" marR="33528" algn="ctr">
              <a:lnSpc>
                <a:spcPct val="125899"/>
              </a:lnSpc>
              <a:spcBef>
                <a:spcPts val="105"/>
              </a:spcBef>
            </a:pPr>
            <a:r>
              <a:rPr lang="en-US" sz="2000" b="1" i="1" spc="-8" baseline="-16975" dirty="0">
                <a:solidFill>
                  <a:srgbClr val="003366"/>
                </a:solidFill>
                <a:latin typeface="Times New Roman"/>
                <a:cs typeface="Times New Roman"/>
              </a:rPr>
              <a:t>2</a:t>
            </a:r>
            <a:r>
              <a:rPr lang="en-US" sz="1000" b="1" i="1" spc="-6" dirty="0">
                <a:solidFill>
                  <a:srgbClr val="003366"/>
                </a:solidFill>
                <a:latin typeface="Times New Roman"/>
                <a:cs typeface="Times New Roman"/>
              </a:rPr>
              <a:t>32</a:t>
            </a:r>
            <a:endParaRPr lang="en-US" sz="1000" dirty="0">
              <a:latin typeface="Times New Roman"/>
              <a:cs typeface="Times New Roman"/>
            </a:endParaRPr>
          </a:p>
          <a:p>
            <a:pPr marL="1473137" marR="1464056" indent="2096" algn="ctr">
              <a:spcBef>
                <a:spcPts val="1188"/>
              </a:spcBef>
            </a:pPr>
            <a:r>
              <a:rPr lang="en-US" sz="1200" b="1" i="1">
                <a:solidFill>
                  <a:srgbClr val="003366"/>
                </a:solidFill>
                <a:latin typeface="Times New Roman"/>
                <a:cs typeface="Times New Roman"/>
              </a:rPr>
              <a:t>or        </a:t>
            </a:r>
            <a:r>
              <a:rPr lang="en-US" sz="1200" b="1" i="1" spc="-6">
                <a:solidFill>
                  <a:srgbClr val="003366"/>
                </a:solidFill>
                <a:latin typeface="Times New Roman"/>
                <a:cs typeface="Times New Roman"/>
              </a:rPr>
              <a:t>4,294,967,296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FA952C1-0F39-B041-8D51-B7A31F96C81E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896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FA952C1-0F39-B041-8D51-B7A31F96C81E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7635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063" y="2414588"/>
            <a:ext cx="8550275" cy="166528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125" y="4403725"/>
            <a:ext cx="7042150" cy="198755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1951F14-0304-3D4D-B601-601EAA3CB734}"/>
              </a:ext>
            </a:extLst>
          </p:cNvPr>
          <p:cNvPicPr/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4146" y="0"/>
            <a:ext cx="1148757" cy="11487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30269B-3FF7-874D-8ED1-2D9E2506D07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B36D1E3C-3E87-0547-BF49-84EB31A3BDAC}"/>
              </a:ext>
            </a:extLst>
          </p:cNvPr>
          <p:cNvSpPr txBox="1">
            <a:spLocks/>
          </p:cNvSpPr>
          <p:nvPr userDrawn="1"/>
        </p:nvSpPr>
        <p:spPr>
          <a:xfrm>
            <a:off x="-1410673" y="7403148"/>
            <a:ext cx="5817932" cy="325650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760" kern="1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-128"/>
              </a:defRPr>
            </a:lvl1pPr>
            <a:lvl2pPr marL="817245" indent="-314325" algn="r" rtl="0" eaLnBrk="0" fontAlgn="base" hangingPunct="0">
              <a:spcBef>
                <a:spcPct val="0"/>
              </a:spcBef>
              <a:spcAft>
                <a:spcPct val="0"/>
              </a:spcAft>
              <a:defRPr sz="1760" kern="1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-128"/>
              </a:defRPr>
            </a:lvl2pPr>
            <a:lvl3pPr marL="1257300" indent="-251460" algn="r" rtl="0" eaLnBrk="0" fontAlgn="base" hangingPunct="0">
              <a:spcBef>
                <a:spcPct val="0"/>
              </a:spcBef>
              <a:spcAft>
                <a:spcPct val="0"/>
              </a:spcAft>
              <a:defRPr sz="1760" kern="1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-128"/>
              </a:defRPr>
            </a:lvl3pPr>
            <a:lvl4pPr marL="1760220" indent="-251460" algn="r" rtl="0" eaLnBrk="0" fontAlgn="base" hangingPunct="0">
              <a:spcBef>
                <a:spcPct val="0"/>
              </a:spcBef>
              <a:spcAft>
                <a:spcPct val="0"/>
              </a:spcAft>
              <a:defRPr sz="1760" kern="1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-128"/>
              </a:defRPr>
            </a:lvl4pPr>
            <a:lvl5pPr marL="2263140" indent="-251460" algn="r" rtl="0" eaLnBrk="0" fontAlgn="base" hangingPunct="0">
              <a:spcBef>
                <a:spcPct val="0"/>
              </a:spcBef>
              <a:spcAft>
                <a:spcPct val="0"/>
              </a:spcAft>
              <a:defRPr sz="1760" kern="1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-128"/>
              </a:defRPr>
            </a:lvl5pPr>
            <a:lvl6pPr marL="2766060" indent="-251460" algn="ctr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760" kern="1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-128"/>
              </a:defRPr>
            </a:lvl6pPr>
            <a:lvl7pPr marL="3268980" indent="-251460" algn="ctr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760" kern="1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-128"/>
              </a:defRPr>
            </a:lvl7pPr>
            <a:lvl8pPr marL="3771900" indent="-251460" algn="ctr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760" kern="1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-128"/>
              </a:defRPr>
            </a:lvl8pPr>
            <a:lvl9pPr marL="4274820" indent="-251460" algn="ctr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760" kern="1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-128"/>
              </a:defRPr>
            </a:lvl9pPr>
          </a:lstStyle>
          <a:p>
            <a:pPr>
              <a:defRPr/>
            </a:pPr>
            <a:r>
              <a:rPr lang="en-US" sz="1320" dirty="0"/>
              <a:t>CSC 339 Data Communication and computer Networks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AB78BEE-CDE8-3F41-BD04-7A4EB37517CE}"/>
              </a:ext>
            </a:extLst>
          </p:cNvPr>
          <p:cNvPicPr/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4146" y="-15498"/>
            <a:ext cx="1148757" cy="11487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288" y="1985963"/>
            <a:ext cx="4365625" cy="46640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32313" y="1985963"/>
            <a:ext cx="4367212" cy="46640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30269B-3FF7-874D-8ED1-2D9E2506D07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835CACE4-ED9D-B146-9714-600C1B28E840}"/>
              </a:ext>
            </a:extLst>
          </p:cNvPr>
          <p:cNvSpPr txBox="1">
            <a:spLocks/>
          </p:cNvSpPr>
          <p:nvPr userDrawn="1"/>
        </p:nvSpPr>
        <p:spPr>
          <a:xfrm>
            <a:off x="-1410673" y="7403148"/>
            <a:ext cx="5817932" cy="325650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760" kern="1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-128"/>
              </a:defRPr>
            </a:lvl1pPr>
            <a:lvl2pPr marL="817245" indent="-314325" algn="r" rtl="0" eaLnBrk="0" fontAlgn="base" hangingPunct="0">
              <a:spcBef>
                <a:spcPct val="0"/>
              </a:spcBef>
              <a:spcAft>
                <a:spcPct val="0"/>
              </a:spcAft>
              <a:defRPr sz="1760" kern="1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-128"/>
              </a:defRPr>
            </a:lvl2pPr>
            <a:lvl3pPr marL="1257300" indent="-251460" algn="r" rtl="0" eaLnBrk="0" fontAlgn="base" hangingPunct="0">
              <a:spcBef>
                <a:spcPct val="0"/>
              </a:spcBef>
              <a:spcAft>
                <a:spcPct val="0"/>
              </a:spcAft>
              <a:defRPr sz="1760" kern="1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-128"/>
              </a:defRPr>
            </a:lvl3pPr>
            <a:lvl4pPr marL="1760220" indent="-251460" algn="r" rtl="0" eaLnBrk="0" fontAlgn="base" hangingPunct="0">
              <a:spcBef>
                <a:spcPct val="0"/>
              </a:spcBef>
              <a:spcAft>
                <a:spcPct val="0"/>
              </a:spcAft>
              <a:defRPr sz="1760" kern="1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-128"/>
              </a:defRPr>
            </a:lvl4pPr>
            <a:lvl5pPr marL="2263140" indent="-251460" algn="r" rtl="0" eaLnBrk="0" fontAlgn="base" hangingPunct="0">
              <a:spcBef>
                <a:spcPct val="0"/>
              </a:spcBef>
              <a:spcAft>
                <a:spcPct val="0"/>
              </a:spcAft>
              <a:defRPr sz="1760" kern="1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-128"/>
              </a:defRPr>
            </a:lvl5pPr>
            <a:lvl6pPr marL="2766060" indent="-251460" algn="ctr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760" kern="1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-128"/>
              </a:defRPr>
            </a:lvl6pPr>
            <a:lvl7pPr marL="3268980" indent="-251460" algn="ctr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760" kern="1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-128"/>
              </a:defRPr>
            </a:lvl7pPr>
            <a:lvl8pPr marL="3771900" indent="-251460" algn="ctr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760" kern="1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-128"/>
              </a:defRPr>
            </a:lvl8pPr>
            <a:lvl9pPr marL="4274820" indent="-251460" algn="ctr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760" kern="1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-128"/>
              </a:defRPr>
            </a:lvl9pPr>
          </a:lstStyle>
          <a:p>
            <a:pPr>
              <a:defRPr/>
            </a:pPr>
            <a:r>
              <a:rPr lang="en-US" sz="1320" dirty="0"/>
              <a:t>CSC 339 Data Communication and computer Networks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ECAAA27-A795-9A43-AD92-C2CBC841D96D}"/>
              </a:ext>
            </a:extLst>
          </p:cNvPr>
          <p:cNvPicPr/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4146" y="0"/>
            <a:ext cx="1148757" cy="11487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30269B-3FF7-874D-8ED1-2D9E2506D07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0A4DA2-1BDF-204E-B180-F0BCD7F17A70}"/>
              </a:ext>
            </a:extLst>
          </p:cNvPr>
          <p:cNvSpPr txBox="1">
            <a:spLocks/>
          </p:cNvSpPr>
          <p:nvPr userDrawn="1"/>
        </p:nvSpPr>
        <p:spPr>
          <a:xfrm>
            <a:off x="-1410673" y="7403148"/>
            <a:ext cx="5817932" cy="325650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760" kern="1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-128"/>
              </a:defRPr>
            </a:lvl1pPr>
            <a:lvl2pPr marL="817245" indent="-314325" algn="r" rtl="0" eaLnBrk="0" fontAlgn="base" hangingPunct="0">
              <a:spcBef>
                <a:spcPct val="0"/>
              </a:spcBef>
              <a:spcAft>
                <a:spcPct val="0"/>
              </a:spcAft>
              <a:defRPr sz="1760" kern="1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-128"/>
              </a:defRPr>
            </a:lvl2pPr>
            <a:lvl3pPr marL="1257300" indent="-251460" algn="r" rtl="0" eaLnBrk="0" fontAlgn="base" hangingPunct="0">
              <a:spcBef>
                <a:spcPct val="0"/>
              </a:spcBef>
              <a:spcAft>
                <a:spcPct val="0"/>
              </a:spcAft>
              <a:defRPr sz="1760" kern="1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-128"/>
              </a:defRPr>
            </a:lvl3pPr>
            <a:lvl4pPr marL="1760220" indent="-251460" algn="r" rtl="0" eaLnBrk="0" fontAlgn="base" hangingPunct="0">
              <a:spcBef>
                <a:spcPct val="0"/>
              </a:spcBef>
              <a:spcAft>
                <a:spcPct val="0"/>
              </a:spcAft>
              <a:defRPr sz="1760" kern="1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-128"/>
              </a:defRPr>
            </a:lvl4pPr>
            <a:lvl5pPr marL="2263140" indent="-251460" algn="r" rtl="0" eaLnBrk="0" fontAlgn="base" hangingPunct="0">
              <a:spcBef>
                <a:spcPct val="0"/>
              </a:spcBef>
              <a:spcAft>
                <a:spcPct val="0"/>
              </a:spcAft>
              <a:defRPr sz="1760" kern="1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-128"/>
              </a:defRPr>
            </a:lvl5pPr>
            <a:lvl6pPr marL="2766060" indent="-251460" algn="ctr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760" kern="1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-128"/>
              </a:defRPr>
            </a:lvl6pPr>
            <a:lvl7pPr marL="3268980" indent="-251460" algn="ctr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760" kern="1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-128"/>
              </a:defRPr>
            </a:lvl7pPr>
            <a:lvl8pPr marL="3771900" indent="-251460" algn="ctr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760" kern="1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-128"/>
              </a:defRPr>
            </a:lvl8pPr>
            <a:lvl9pPr marL="4274820" indent="-251460" algn="ctr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760" kern="1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-128"/>
              </a:defRPr>
            </a:lvl9pPr>
          </a:lstStyle>
          <a:p>
            <a:pPr>
              <a:defRPr/>
            </a:pPr>
            <a:r>
              <a:rPr lang="en-US" sz="1320" dirty="0"/>
              <a:t>CSC 339 Data Communication and computer Networks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54D118-50C5-B04F-B06F-0A74E181F375}"/>
              </a:ext>
            </a:extLst>
          </p:cNvPr>
          <p:cNvPicPr/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4146" y="0"/>
            <a:ext cx="1148757" cy="11487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30269B-3FF7-874D-8ED1-2D9E2506D07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15E67D9E-0301-B749-824A-2D808FEA20CE}"/>
              </a:ext>
            </a:extLst>
          </p:cNvPr>
          <p:cNvSpPr txBox="1">
            <a:spLocks/>
          </p:cNvSpPr>
          <p:nvPr userDrawn="1"/>
        </p:nvSpPr>
        <p:spPr>
          <a:xfrm>
            <a:off x="-1410673" y="7403148"/>
            <a:ext cx="5817932" cy="325650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760" kern="1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-128"/>
              </a:defRPr>
            </a:lvl1pPr>
            <a:lvl2pPr marL="817245" indent="-314325" algn="r" rtl="0" eaLnBrk="0" fontAlgn="base" hangingPunct="0">
              <a:spcBef>
                <a:spcPct val="0"/>
              </a:spcBef>
              <a:spcAft>
                <a:spcPct val="0"/>
              </a:spcAft>
              <a:defRPr sz="1760" kern="1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-128"/>
              </a:defRPr>
            </a:lvl2pPr>
            <a:lvl3pPr marL="1257300" indent="-251460" algn="r" rtl="0" eaLnBrk="0" fontAlgn="base" hangingPunct="0">
              <a:spcBef>
                <a:spcPct val="0"/>
              </a:spcBef>
              <a:spcAft>
                <a:spcPct val="0"/>
              </a:spcAft>
              <a:defRPr sz="1760" kern="1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-128"/>
              </a:defRPr>
            </a:lvl3pPr>
            <a:lvl4pPr marL="1760220" indent="-251460" algn="r" rtl="0" eaLnBrk="0" fontAlgn="base" hangingPunct="0">
              <a:spcBef>
                <a:spcPct val="0"/>
              </a:spcBef>
              <a:spcAft>
                <a:spcPct val="0"/>
              </a:spcAft>
              <a:defRPr sz="1760" kern="1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-128"/>
              </a:defRPr>
            </a:lvl4pPr>
            <a:lvl5pPr marL="2263140" indent="-251460" algn="r" rtl="0" eaLnBrk="0" fontAlgn="base" hangingPunct="0">
              <a:spcBef>
                <a:spcPct val="0"/>
              </a:spcBef>
              <a:spcAft>
                <a:spcPct val="0"/>
              </a:spcAft>
              <a:defRPr sz="1760" kern="1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-128"/>
              </a:defRPr>
            </a:lvl5pPr>
            <a:lvl6pPr marL="2766060" indent="-251460" algn="ctr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760" kern="1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-128"/>
              </a:defRPr>
            </a:lvl6pPr>
            <a:lvl7pPr marL="3268980" indent="-251460" algn="ctr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760" kern="1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-128"/>
              </a:defRPr>
            </a:lvl7pPr>
            <a:lvl8pPr marL="3771900" indent="-251460" algn="ctr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760" kern="1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-128"/>
              </a:defRPr>
            </a:lvl8pPr>
            <a:lvl9pPr marL="4274820" indent="-251460" algn="ctr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760" kern="1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-128"/>
              </a:defRPr>
            </a:lvl9pPr>
          </a:lstStyle>
          <a:p>
            <a:pPr>
              <a:defRPr/>
            </a:pPr>
            <a:r>
              <a:rPr lang="en-US" sz="1320" dirty="0"/>
              <a:t>CSC 339 Data Communication and computer Networks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6364AF5-E301-EE45-8E9D-23C5213D3999}"/>
              </a:ext>
            </a:extLst>
          </p:cNvPr>
          <p:cNvPicPr/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4146" y="0"/>
            <a:ext cx="1148757" cy="11487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9807307" y="7515202"/>
            <a:ext cx="227664" cy="215444"/>
          </a:xfrm>
        </p:spPr>
        <p:txBody>
          <a:bodyPr/>
          <a:lstStyle/>
          <a:p>
            <a:fld id="{8030269B-3FF7-874D-8ED1-2D9E2506D07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19D5B3-4F9E-F648-A2CE-2003AD44DC9D}"/>
              </a:ext>
            </a:extLst>
          </p:cNvPr>
          <p:cNvSpPr txBox="1">
            <a:spLocks/>
          </p:cNvSpPr>
          <p:nvPr userDrawn="1"/>
        </p:nvSpPr>
        <p:spPr>
          <a:xfrm>
            <a:off x="-1410673" y="7418646"/>
            <a:ext cx="5817932" cy="325650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760" kern="1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-128"/>
              </a:defRPr>
            </a:lvl1pPr>
            <a:lvl2pPr marL="817245" indent="-314325" algn="r" rtl="0" eaLnBrk="0" fontAlgn="base" hangingPunct="0">
              <a:spcBef>
                <a:spcPct val="0"/>
              </a:spcBef>
              <a:spcAft>
                <a:spcPct val="0"/>
              </a:spcAft>
              <a:defRPr sz="1760" kern="1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-128"/>
              </a:defRPr>
            </a:lvl2pPr>
            <a:lvl3pPr marL="1257300" indent="-251460" algn="r" rtl="0" eaLnBrk="0" fontAlgn="base" hangingPunct="0">
              <a:spcBef>
                <a:spcPct val="0"/>
              </a:spcBef>
              <a:spcAft>
                <a:spcPct val="0"/>
              </a:spcAft>
              <a:defRPr sz="1760" kern="1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-128"/>
              </a:defRPr>
            </a:lvl3pPr>
            <a:lvl4pPr marL="1760220" indent="-251460" algn="r" rtl="0" eaLnBrk="0" fontAlgn="base" hangingPunct="0">
              <a:spcBef>
                <a:spcPct val="0"/>
              </a:spcBef>
              <a:spcAft>
                <a:spcPct val="0"/>
              </a:spcAft>
              <a:defRPr sz="1760" kern="1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-128"/>
              </a:defRPr>
            </a:lvl4pPr>
            <a:lvl5pPr marL="2263140" indent="-251460" algn="r" rtl="0" eaLnBrk="0" fontAlgn="base" hangingPunct="0">
              <a:spcBef>
                <a:spcPct val="0"/>
              </a:spcBef>
              <a:spcAft>
                <a:spcPct val="0"/>
              </a:spcAft>
              <a:defRPr sz="1760" kern="1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-128"/>
              </a:defRPr>
            </a:lvl5pPr>
            <a:lvl6pPr marL="2766060" indent="-251460" algn="ctr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760" kern="1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-128"/>
              </a:defRPr>
            </a:lvl6pPr>
            <a:lvl7pPr marL="3268980" indent="-251460" algn="ctr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760" kern="1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-128"/>
              </a:defRPr>
            </a:lvl7pPr>
            <a:lvl8pPr marL="3771900" indent="-251460" algn="ctr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760" kern="1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-128"/>
              </a:defRPr>
            </a:lvl8pPr>
            <a:lvl9pPr marL="4274820" indent="-251460" algn="ctr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760" kern="1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-128"/>
              </a:defRPr>
            </a:lvl9pPr>
          </a:lstStyle>
          <a:p>
            <a:pPr>
              <a:defRPr/>
            </a:pPr>
            <a:r>
              <a:rPr lang="en-US" sz="1320" dirty="0"/>
              <a:t>CSC 339 Data Communication and computer Networks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4F5448-AE55-4447-940E-712A1A39918E}"/>
              </a:ext>
            </a:extLst>
          </p:cNvPr>
          <p:cNvPicPr/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4146" y="0"/>
            <a:ext cx="1148757" cy="11487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5B480119-5C43-0247-8B37-EF7650FA30CB}"/>
              </a:ext>
            </a:extLst>
          </p:cNvPr>
          <p:cNvSpPr txBox="1">
            <a:spLocks/>
          </p:cNvSpPr>
          <p:nvPr userDrawn="1"/>
        </p:nvSpPr>
        <p:spPr>
          <a:xfrm>
            <a:off x="-1410673" y="7403148"/>
            <a:ext cx="5817932" cy="325650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760" kern="1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-128"/>
              </a:defRPr>
            </a:lvl1pPr>
            <a:lvl2pPr marL="817245" indent="-314325" algn="r" rtl="0" eaLnBrk="0" fontAlgn="base" hangingPunct="0">
              <a:spcBef>
                <a:spcPct val="0"/>
              </a:spcBef>
              <a:spcAft>
                <a:spcPct val="0"/>
              </a:spcAft>
              <a:defRPr sz="1760" kern="1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-128"/>
              </a:defRPr>
            </a:lvl2pPr>
            <a:lvl3pPr marL="1257300" indent="-251460" algn="r" rtl="0" eaLnBrk="0" fontAlgn="base" hangingPunct="0">
              <a:spcBef>
                <a:spcPct val="0"/>
              </a:spcBef>
              <a:spcAft>
                <a:spcPct val="0"/>
              </a:spcAft>
              <a:defRPr sz="1760" kern="1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-128"/>
              </a:defRPr>
            </a:lvl3pPr>
            <a:lvl4pPr marL="1760220" indent="-251460" algn="r" rtl="0" eaLnBrk="0" fontAlgn="base" hangingPunct="0">
              <a:spcBef>
                <a:spcPct val="0"/>
              </a:spcBef>
              <a:spcAft>
                <a:spcPct val="0"/>
              </a:spcAft>
              <a:defRPr sz="1760" kern="1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-128"/>
              </a:defRPr>
            </a:lvl4pPr>
            <a:lvl5pPr marL="2263140" indent="-251460" algn="r" rtl="0" eaLnBrk="0" fontAlgn="base" hangingPunct="0">
              <a:spcBef>
                <a:spcPct val="0"/>
              </a:spcBef>
              <a:spcAft>
                <a:spcPct val="0"/>
              </a:spcAft>
              <a:defRPr sz="1760" kern="1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-128"/>
              </a:defRPr>
            </a:lvl5pPr>
            <a:lvl6pPr marL="2766060" indent="-251460" algn="ctr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760" kern="1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-128"/>
              </a:defRPr>
            </a:lvl6pPr>
            <a:lvl7pPr marL="3268980" indent="-251460" algn="ctr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760" kern="1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-128"/>
              </a:defRPr>
            </a:lvl7pPr>
            <a:lvl8pPr marL="3771900" indent="-251460" algn="ctr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760" kern="1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-128"/>
              </a:defRPr>
            </a:lvl8pPr>
            <a:lvl9pPr marL="4274820" indent="-251460" algn="ctr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760" kern="1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-128"/>
              </a:defRPr>
            </a:lvl9pPr>
          </a:lstStyle>
          <a:p>
            <a:pPr>
              <a:defRPr/>
            </a:pPr>
            <a:r>
              <a:rPr lang="en-US" sz="1320" dirty="0"/>
              <a:t>CSC 339 Data Communication and computer Networks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59B5C538-7E2B-0647-B5DF-2F48CF9DC85F}"/>
              </a:ext>
            </a:extLst>
          </p:cNvPr>
          <p:cNvSpPr txBox="1">
            <a:spLocks/>
          </p:cNvSpPr>
          <p:nvPr userDrawn="1"/>
        </p:nvSpPr>
        <p:spPr>
          <a:xfrm>
            <a:off x="9807307" y="7515202"/>
            <a:ext cx="227664" cy="215444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457200" algn="r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2"/>
                </a:solidFill>
                <a:latin typeface="Book Antiqua" charset="0"/>
                <a:ea typeface="ＭＳ Ｐゴシック" charset="-128"/>
                <a:cs typeface="ＭＳ Ｐゴシック" charset="-128"/>
              </a:defRPr>
            </a:lvl2pPr>
            <a:lvl3pPr marL="914400" algn="r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2"/>
                </a:solidFill>
                <a:latin typeface="Book Antiqua" charset="0"/>
                <a:ea typeface="ＭＳ Ｐゴシック" charset="-128"/>
                <a:cs typeface="ＭＳ Ｐゴシック" charset="-128"/>
              </a:defRPr>
            </a:lvl3pPr>
            <a:lvl4pPr marL="1371600" algn="r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2"/>
                </a:solidFill>
                <a:latin typeface="Book Antiqua" charset="0"/>
                <a:ea typeface="ＭＳ Ｐゴシック" charset="-128"/>
                <a:cs typeface="ＭＳ Ｐゴシック" charset="-128"/>
              </a:defRPr>
            </a:lvl4pPr>
            <a:lvl5pPr marL="1828800" algn="r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2"/>
                </a:solidFill>
                <a:latin typeface="Book Antiqua" charset="0"/>
                <a:ea typeface="ＭＳ Ｐゴシック" charset="-128"/>
                <a:cs typeface="ＭＳ Ｐゴシック" charset="-128"/>
              </a:defRPr>
            </a:lvl5pPr>
            <a:lvl6pPr marL="2286000" algn="l" defTabSz="457200" rtl="0" eaLnBrk="1" latinLnBrk="0" hangingPunct="1">
              <a:defRPr kern="1200">
                <a:solidFill>
                  <a:schemeClr val="tx2"/>
                </a:solidFill>
                <a:latin typeface="Book Antiqua" charset="0"/>
                <a:ea typeface="ＭＳ Ｐゴシック" charset="-128"/>
                <a:cs typeface="ＭＳ Ｐゴシック" charset="-128"/>
              </a:defRPr>
            </a:lvl6pPr>
            <a:lvl7pPr marL="2743200" algn="l" defTabSz="457200" rtl="0" eaLnBrk="1" latinLnBrk="0" hangingPunct="1">
              <a:defRPr kern="1200">
                <a:solidFill>
                  <a:schemeClr val="tx2"/>
                </a:solidFill>
                <a:latin typeface="Book Antiqua" charset="0"/>
                <a:ea typeface="ＭＳ Ｐゴシック" charset="-128"/>
                <a:cs typeface="ＭＳ Ｐゴシック" charset="-128"/>
              </a:defRPr>
            </a:lvl7pPr>
            <a:lvl8pPr marL="3200400" algn="l" defTabSz="457200" rtl="0" eaLnBrk="1" latinLnBrk="0" hangingPunct="1">
              <a:defRPr kern="1200">
                <a:solidFill>
                  <a:schemeClr val="tx2"/>
                </a:solidFill>
                <a:latin typeface="Book Antiqua" charset="0"/>
                <a:ea typeface="ＭＳ Ｐゴシック" charset="-128"/>
                <a:cs typeface="ＭＳ Ｐゴシック" charset="-128"/>
              </a:defRPr>
            </a:lvl8pPr>
            <a:lvl9pPr marL="3657600" algn="l" defTabSz="457200" rtl="0" eaLnBrk="1" latinLnBrk="0" hangingPunct="1">
              <a:defRPr kern="1200">
                <a:solidFill>
                  <a:schemeClr val="tx2"/>
                </a:solidFill>
                <a:latin typeface="Book Antiqua" charset="0"/>
                <a:ea typeface="ＭＳ Ｐゴシック" charset="-128"/>
                <a:cs typeface="ＭＳ Ｐゴシック" charset="-128"/>
              </a:defRPr>
            </a:lvl9pPr>
          </a:lstStyle>
          <a:p>
            <a:fld id="{8030269B-3FF7-874D-8ED1-2D9E2506D078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5F0B696-2083-BE4B-B5E0-4AD7D3664AF2}"/>
              </a:ext>
            </a:extLst>
          </p:cNvPr>
          <p:cNvPicPr/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4146" y="15498"/>
            <a:ext cx="1148757" cy="114875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012584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621" y="7254240"/>
            <a:ext cx="10055781" cy="5181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4" y="7178892"/>
            <a:ext cx="10055781" cy="7254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05256" y="860146"/>
            <a:ext cx="829818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800" spc="-55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07542" y="5049704"/>
            <a:ext cx="8298180" cy="12954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640" cap="all" spc="220" baseline="0">
                <a:solidFill>
                  <a:schemeClr val="tx2"/>
                </a:solidFill>
                <a:latin typeface="+mj-lt"/>
              </a:defRPr>
            </a:lvl1pPr>
            <a:lvl2pPr marL="502920" indent="0" algn="ctr">
              <a:buNone/>
              <a:defRPr sz="2640"/>
            </a:lvl2pPr>
            <a:lvl3pPr marL="1005840" indent="0" algn="ctr">
              <a:buNone/>
              <a:defRPr sz="2640"/>
            </a:lvl3pPr>
            <a:lvl4pPr marL="1508760" indent="0" algn="ctr">
              <a:buNone/>
              <a:defRPr sz="2200"/>
            </a:lvl4pPr>
            <a:lvl5pPr marL="2011680" indent="0" algn="ctr">
              <a:buNone/>
              <a:defRPr sz="2200"/>
            </a:lvl5pPr>
            <a:lvl6pPr marL="2514600" indent="0" algn="ctr">
              <a:buNone/>
              <a:defRPr sz="2200"/>
            </a:lvl6pPr>
            <a:lvl7pPr marL="3017520" indent="0" algn="ctr">
              <a:buNone/>
              <a:defRPr sz="2200"/>
            </a:lvl7pPr>
            <a:lvl8pPr marL="3520440" indent="0" algn="ctr">
              <a:buNone/>
              <a:defRPr sz="2200"/>
            </a:lvl8pPr>
            <a:lvl9pPr marL="4023360" indent="0" algn="ctr">
              <a:buNone/>
              <a:defRPr sz="2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0269B-3FF7-874D-8ED1-2D9E2506D07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996318" y="4922520"/>
            <a:ext cx="8147304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4747665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DF080-5E8C-48AD-84E5-6C08B304C14E}" type="datetimeFigureOut">
              <a:rPr lang="en-US" smtClean="0"/>
              <a:t>3/2/2026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0269B-3FF7-874D-8ED1-2D9E2506D07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24FB6F3F-7594-41A4-AE1D-8806CE85180F}"/>
              </a:ext>
            </a:extLst>
          </p:cNvPr>
          <p:cNvSpPr txBox="1">
            <a:spLocks/>
          </p:cNvSpPr>
          <p:nvPr userDrawn="1"/>
        </p:nvSpPr>
        <p:spPr>
          <a:xfrm>
            <a:off x="-1410673" y="7403148"/>
            <a:ext cx="5817932" cy="325650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760" kern="1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-128"/>
              </a:defRPr>
            </a:lvl1pPr>
            <a:lvl2pPr marL="817245" indent="-314325" algn="r" rtl="0" eaLnBrk="0" fontAlgn="base" hangingPunct="0">
              <a:spcBef>
                <a:spcPct val="0"/>
              </a:spcBef>
              <a:spcAft>
                <a:spcPct val="0"/>
              </a:spcAft>
              <a:defRPr sz="1760" kern="1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-128"/>
              </a:defRPr>
            </a:lvl2pPr>
            <a:lvl3pPr marL="1257300" indent="-251460" algn="r" rtl="0" eaLnBrk="0" fontAlgn="base" hangingPunct="0">
              <a:spcBef>
                <a:spcPct val="0"/>
              </a:spcBef>
              <a:spcAft>
                <a:spcPct val="0"/>
              </a:spcAft>
              <a:defRPr sz="1760" kern="1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-128"/>
              </a:defRPr>
            </a:lvl3pPr>
            <a:lvl4pPr marL="1760220" indent="-251460" algn="r" rtl="0" eaLnBrk="0" fontAlgn="base" hangingPunct="0">
              <a:spcBef>
                <a:spcPct val="0"/>
              </a:spcBef>
              <a:spcAft>
                <a:spcPct val="0"/>
              </a:spcAft>
              <a:defRPr sz="1760" kern="1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-128"/>
              </a:defRPr>
            </a:lvl4pPr>
            <a:lvl5pPr marL="2263140" indent="-251460" algn="r" rtl="0" eaLnBrk="0" fontAlgn="base" hangingPunct="0">
              <a:spcBef>
                <a:spcPct val="0"/>
              </a:spcBef>
              <a:spcAft>
                <a:spcPct val="0"/>
              </a:spcAft>
              <a:defRPr sz="1760" kern="1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-128"/>
              </a:defRPr>
            </a:lvl5pPr>
            <a:lvl6pPr marL="2766060" indent="-251460" algn="ctr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760" kern="1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-128"/>
              </a:defRPr>
            </a:lvl6pPr>
            <a:lvl7pPr marL="3268980" indent="-251460" algn="ctr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760" kern="1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-128"/>
              </a:defRPr>
            </a:lvl7pPr>
            <a:lvl8pPr marL="3771900" indent="-251460" algn="ctr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760" kern="1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-128"/>
              </a:defRPr>
            </a:lvl8pPr>
            <a:lvl9pPr marL="4274820" indent="-251460" algn="ctr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760" kern="1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-128"/>
              </a:defRPr>
            </a:lvl9pPr>
          </a:lstStyle>
          <a:p>
            <a:pPr>
              <a:defRPr/>
            </a:pPr>
            <a:r>
              <a:rPr lang="en-US" sz="1320" dirty="0"/>
              <a:t>CSC 339 Data Communication and computer Networks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8C31850-D5FC-4F9F-9BF0-B2725CDF6BA4}"/>
              </a:ext>
            </a:extLst>
          </p:cNvPr>
          <p:cNvPicPr/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4146" y="0"/>
            <a:ext cx="1148757" cy="114875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300618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621" y="7254240"/>
            <a:ext cx="10055781" cy="5181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4" y="7178892"/>
            <a:ext cx="10055781" cy="7254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5256" y="860146"/>
            <a:ext cx="8298180" cy="4041648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8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5256" y="5046878"/>
            <a:ext cx="8298180" cy="12954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640" cap="all" spc="220" baseline="0">
                <a:solidFill>
                  <a:schemeClr val="tx2"/>
                </a:solidFill>
                <a:latin typeface="+mj-lt"/>
              </a:defRPr>
            </a:lvl1pPr>
            <a:lvl2pPr marL="502920" indent="0">
              <a:buNone/>
              <a:defRPr sz="1980">
                <a:solidFill>
                  <a:schemeClr val="tx1">
                    <a:tint val="75000"/>
                  </a:schemeClr>
                </a:solidFill>
              </a:defRPr>
            </a:lvl2pPr>
            <a:lvl3pPr marL="100584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3pPr>
            <a:lvl4pPr marL="1508760" indent="0">
              <a:buNone/>
              <a:defRPr sz="1540">
                <a:solidFill>
                  <a:schemeClr val="tx1">
                    <a:tint val="75000"/>
                  </a:schemeClr>
                </a:solidFill>
              </a:defRPr>
            </a:lvl4pPr>
            <a:lvl5pPr marL="2011680" indent="0">
              <a:buNone/>
              <a:defRPr sz="1540">
                <a:solidFill>
                  <a:schemeClr val="tx1">
                    <a:tint val="75000"/>
                  </a:schemeClr>
                </a:solidFill>
              </a:defRPr>
            </a:lvl5pPr>
            <a:lvl6pPr marL="2514600" indent="0">
              <a:buNone/>
              <a:defRPr sz="1540">
                <a:solidFill>
                  <a:schemeClr val="tx1">
                    <a:tint val="75000"/>
                  </a:schemeClr>
                </a:solidFill>
              </a:defRPr>
            </a:lvl6pPr>
            <a:lvl7pPr marL="3017520" indent="0">
              <a:buNone/>
              <a:defRPr sz="1540">
                <a:solidFill>
                  <a:schemeClr val="tx1">
                    <a:tint val="75000"/>
                  </a:schemeClr>
                </a:solidFill>
              </a:defRPr>
            </a:lvl7pPr>
            <a:lvl8pPr marL="3520440" indent="0">
              <a:buNone/>
              <a:defRPr sz="1540">
                <a:solidFill>
                  <a:schemeClr val="tx1">
                    <a:tint val="75000"/>
                  </a:schemeClr>
                </a:solidFill>
              </a:defRPr>
            </a:lvl8pPr>
            <a:lvl9pPr marL="4023360" indent="0">
              <a:buNone/>
              <a:defRPr sz="15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0269B-3FF7-874D-8ED1-2D9E2506D07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996318" y="4922520"/>
            <a:ext cx="8147304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6328048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905256" y="324819"/>
            <a:ext cx="8298180" cy="164419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5256" y="2091832"/>
            <a:ext cx="4073652" cy="45598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29784" y="2091835"/>
            <a:ext cx="4073652" cy="45598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0269B-3FF7-874D-8ED1-2D9E2506D07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181441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905256" y="324819"/>
            <a:ext cx="8298180" cy="164419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5256" y="2092192"/>
            <a:ext cx="4073652" cy="834453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2"/>
                </a:solidFill>
              </a:defRPr>
            </a:lvl1pPr>
            <a:lvl2pPr marL="502920" indent="0">
              <a:buNone/>
              <a:defRPr sz="2200" b="1"/>
            </a:lvl2pPr>
            <a:lvl3pPr marL="1005840" indent="0">
              <a:buNone/>
              <a:defRPr sz="1980" b="1"/>
            </a:lvl3pPr>
            <a:lvl4pPr marL="1508760" indent="0">
              <a:buNone/>
              <a:defRPr sz="1760" b="1"/>
            </a:lvl4pPr>
            <a:lvl5pPr marL="2011680" indent="0">
              <a:buNone/>
              <a:defRPr sz="1760" b="1"/>
            </a:lvl5pPr>
            <a:lvl6pPr marL="2514600" indent="0">
              <a:buNone/>
              <a:defRPr sz="1760" b="1"/>
            </a:lvl6pPr>
            <a:lvl7pPr marL="3017520" indent="0">
              <a:buNone/>
              <a:defRPr sz="1760" b="1"/>
            </a:lvl7pPr>
            <a:lvl8pPr marL="3520440" indent="0">
              <a:buNone/>
              <a:defRPr sz="1760" b="1"/>
            </a:lvl8pPr>
            <a:lvl9pPr marL="4023360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05256" y="2926645"/>
            <a:ext cx="4073652" cy="37249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29784" y="2092192"/>
            <a:ext cx="4073652" cy="834453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2"/>
                </a:solidFill>
              </a:defRPr>
            </a:lvl1pPr>
            <a:lvl2pPr marL="502920" indent="0">
              <a:buNone/>
              <a:defRPr sz="2200" b="1"/>
            </a:lvl2pPr>
            <a:lvl3pPr marL="1005840" indent="0">
              <a:buNone/>
              <a:defRPr sz="1980" b="1"/>
            </a:lvl3pPr>
            <a:lvl4pPr marL="1508760" indent="0">
              <a:buNone/>
              <a:defRPr sz="1760" b="1"/>
            </a:lvl4pPr>
            <a:lvl5pPr marL="2011680" indent="0">
              <a:buNone/>
              <a:defRPr sz="1760" b="1"/>
            </a:lvl5pPr>
            <a:lvl6pPr marL="2514600" indent="0">
              <a:buNone/>
              <a:defRPr sz="1760" b="1"/>
            </a:lvl6pPr>
            <a:lvl7pPr marL="3017520" indent="0">
              <a:buNone/>
              <a:defRPr sz="1760" b="1"/>
            </a:lvl7pPr>
            <a:lvl8pPr marL="3520440" indent="0">
              <a:buNone/>
              <a:defRPr sz="1760" b="1"/>
            </a:lvl8pPr>
            <a:lvl9pPr marL="4023360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29784" y="2926645"/>
            <a:ext cx="4073652" cy="37249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0269B-3FF7-874D-8ED1-2D9E2506D07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1167373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0269B-3FF7-874D-8ED1-2D9E2506D07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A076EA0B-4873-449F-A2C3-E368498F8A51}"/>
              </a:ext>
            </a:extLst>
          </p:cNvPr>
          <p:cNvSpPr txBox="1">
            <a:spLocks/>
          </p:cNvSpPr>
          <p:nvPr userDrawn="1"/>
        </p:nvSpPr>
        <p:spPr>
          <a:xfrm>
            <a:off x="-1410673" y="7418646"/>
            <a:ext cx="5817932" cy="325650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760" kern="1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-128"/>
              </a:defRPr>
            </a:lvl1pPr>
            <a:lvl2pPr marL="817245" indent="-314325" algn="r" rtl="0" eaLnBrk="0" fontAlgn="base" hangingPunct="0">
              <a:spcBef>
                <a:spcPct val="0"/>
              </a:spcBef>
              <a:spcAft>
                <a:spcPct val="0"/>
              </a:spcAft>
              <a:defRPr sz="1760" kern="1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-128"/>
              </a:defRPr>
            </a:lvl2pPr>
            <a:lvl3pPr marL="1257300" indent="-251460" algn="r" rtl="0" eaLnBrk="0" fontAlgn="base" hangingPunct="0">
              <a:spcBef>
                <a:spcPct val="0"/>
              </a:spcBef>
              <a:spcAft>
                <a:spcPct val="0"/>
              </a:spcAft>
              <a:defRPr sz="1760" kern="1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-128"/>
              </a:defRPr>
            </a:lvl3pPr>
            <a:lvl4pPr marL="1760220" indent="-251460" algn="r" rtl="0" eaLnBrk="0" fontAlgn="base" hangingPunct="0">
              <a:spcBef>
                <a:spcPct val="0"/>
              </a:spcBef>
              <a:spcAft>
                <a:spcPct val="0"/>
              </a:spcAft>
              <a:defRPr sz="1760" kern="1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-128"/>
              </a:defRPr>
            </a:lvl4pPr>
            <a:lvl5pPr marL="2263140" indent="-251460" algn="r" rtl="0" eaLnBrk="0" fontAlgn="base" hangingPunct="0">
              <a:spcBef>
                <a:spcPct val="0"/>
              </a:spcBef>
              <a:spcAft>
                <a:spcPct val="0"/>
              </a:spcAft>
              <a:defRPr sz="1760" kern="1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-128"/>
              </a:defRPr>
            </a:lvl5pPr>
            <a:lvl6pPr marL="2766060" indent="-251460" algn="ctr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760" kern="1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-128"/>
              </a:defRPr>
            </a:lvl6pPr>
            <a:lvl7pPr marL="3268980" indent="-251460" algn="ctr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760" kern="1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-128"/>
              </a:defRPr>
            </a:lvl7pPr>
            <a:lvl8pPr marL="3771900" indent="-251460" algn="ctr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760" kern="1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-128"/>
              </a:defRPr>
            </a:lvl8pPr>
            <a:lvl9pPr marL="4274820" indent="-251460" algn="ctr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760" kern="1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-128"/>
              </a:defRPr>
            </a:lvl9pPr>
          </a:lstStyle>
          <a:p>
            <a:pPr>
              <a:defRPr/>
            </a:pPr>
            <a:r>
              <a:rPr lang="en-US" sz="1320" dirty="0"/>
              <a:t>CSC 339 Data Communication and computer Networks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6781078-88CA-4103-BB43-E27F749D6CF2}"/>
              </a:ext>
            </a:extLst>
          </p:cNvPr>
          <p:cNvPicPr/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4146" y="0"/>
            <a:ext cx="1148757" cy="114875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453314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621" y="7254240"/>
            <a:ext cx="10055781" cy="5181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4" y="7178892"/>
            <a:ext cx="10055781" cy="7254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20ABF88E-F815-42E0-9C9A-2139C6C0D696}"/>
              </a:ext>
            </a:extLst>
          </p:cNvPr>
          <p:cNvSpPr txBox="1">
            <a:spLocks/>
          </p:cNvSpPr>
          <p:nvPr userDrawn="1"/>
        </p:nvSpPr>
        <p:spPr>
          <a:xfrm>
            <a:off x="-1410673" y="7403148"/>
            <a:ext cx="5817932" cy="325650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760" kern="1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-128"/>
              </a:defRPr>
            </a:lvl1pPr>
            <a:lvl2pPr marL="817245" indent="-314325" algn="r" rtl="0" eaLnBrk="0" fontAlgn="base" hangingPunct="0">
              <a:spcBef>
                <a:spcPct val="0"/>
              </a:spcBef>
              <a:spcAft>
                <a:spcPct val="0"/>
              </a:spcAft>
              <a:defRPr sz="1760" kern="1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-128"/>
              </a:defRPr>
            </a:lvl2pPr>
            <a:lvl3pPr marL="1257300" indent="-251460" algn="r" rtl="0" eaLnBrk="0" fontAlgn="base" hangingPunct="0">
              <a:spcBef>
                <a:spcPct val="0"/>
              </a:spcBef>
              <a:spcAft>
                <a:spcPct val="0"/>
              </a:spcAft>
              <a:defRPr sz="1760" kern="1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-128"/>
              </a:defRPr>
            </a:lvl3pPr>
            <a:lvl4pPr marL="1760220" indent="-251460" algn="r" rtl="0" eaLnBrk="0" fontAlgn="base" hangingPunct="0">
              <a:spcBef>
                <a:spcPct val="0"/>
              </a:spcBef>
              <a:spcAft>
                <a:spcPct val="0"/>
              </a:spcAft>
              <a:defRPr sz="1760" kern="1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-128"/>
              </a:defRPr>
            </a:lvl4pPr>
            <a:lvl5pPr marL="2263140" indent="-251460" algn="r" rtl="0" eaLnBrk="0" fontAlgn="base" hangingPunct="0">
              <a:spcBef>
                <a:spcPct val="0"/>
              </a:spcBef>
              <a:spcAft>
                <a:spcPct val="0"/>
              </a:spcAft>
              <a:defRPr sz="1760" kern="1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-128"/>
              </a:defRPr>
            </a:lvl5pPr>
            <a:lvl6pPr marL="2766060" indent="-251460" algn="ctr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760" kern="1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-128"/>
              </a:defRPr>
            </a:lvl6pPr>
            <a:lvl7pPr marL="3268980" indent="-251460" algn="ctr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760" kern="1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-128"/>
              </a:defRPr>
            </a:lvl7pPr>
            <a:lvl8pPr marL="3771900" indent="-251460" algn="ctr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760" kern="1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-128"/>
              </a:defRPr>
            </a:lvl8pPr>
            <a:lvl9pPr marL="4274820" indent="-251460" algn="ctr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760" kern="1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-128"/>
              </a:defRPr>
            </a:lvl9pPr>
          </a:lstStyle>
          <a:p>
            <a:pPr>
              <a:defRPr/>
            </a:pPr>
            <a:r>
              <a:rPr lang="en-US" sz="1320" dirty="0"/>
              <a:t>CSC 339 Data Communication and computer Networks</a:t>
            </a:r>
          </a:p>
        </p:txBody>
      </p: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5AEB9FA7-14D9-4155-BE1B-CBE9CFB1F52F}"/>
              </a:ext>
            </a:extLst>
          </p:cNvPr>
          <p:cNvSpPr txBox="1">
            <a:spLocks/>
          </p:cNvSpPr>
          <p:nvPr userDrawn="1"/>
        </p:nvSpPr>
        <p:spPr>
          <a:xfrm>
            <a:off x="9807307" y="7515202"/>
            <a:ext cx="227664" cy="215444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457200" algn="r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2"/>
                </a:solidFill>
                <a:latin typeface="Book Antiqua" charset="0"/>
                <a:ea typeface="ＭＳ Ｐゴシック" charset="-128"/>
                <a:cs typeface="ＭＳ Ｐゴシック" charset="-128"/>
              </a:defRPr>
            </a:lvl2pPr>
            <a:lvl3pPr marL="914400" algn="r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2"/>
                </a:solidFill>
                <a:latin typeface="Book Antiqua" charset="0"/>
                <a:ea typeface="ＭＳ Ｐゴシック" charset="-128"/>
                <a:cs typeface="ＭＳ Ｐゴシック" charset="-128"/>
              </a:defRPr>
            </a:lvl3pPr>
            <a:lvl4pPr marL="1371600" algn="r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2"/>
                </a:solidFill>
                <a:latin typeface="Book Antiqua" charset="0"/>
                <a:ea typeface="ＭＳ Ｐゴシック" charset="-128"/>
                <a:cs typeface="ＭＳ Ｐゴシック" charset="-128"/>
              </a:defRPr>
            </a:lvl4pPr>
            <a:lvl5pPr marL="1828800" algn="r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2"/>
                </a:solidFill>
                <a:latin typeface="Book Antiqua" charset="0"/>
                <a:ea typeface="ＭＳ Ｐゴシック" charset="-128"/>
                <a:cs typeface="ＭＳ Ｐゴシック" charset="-128"/>
              </a:defRPr>
            </a:lvl5pPr>
            <a:lvl6pPr marL="2286000" algn="l" defTabSz="457200" rtl="0" eaLnBrk="1" latinLnBrk="0" hangingPunct="1">
              <a:defRPr kern="1200">
                <a:solidFill>
                  <a:schemeClr val="tx2"/>
                </a:solidFill>
                <a:latin typeface="Book Antiqua" charset="0"/>
                <a:ea typeface="ＭＳ Ｐゴシック" charset="-128"/>
                <a:cs typeface="ＭＳ Ｐゴシック" charset="-128"/>
              </a:defRPr>
            </a:lvl6pPr>
            <a:lvl7pPr marL="2743200" algn="l" defTabSz="457200" rtl="0" eaLnBrk="1" latinLnBrk="0" hangingPunct="1">
              <a:defRPr kern="1200">
                <a:solidFill>
                  <a:schemeClr val="tx2"/>
                </a:solidFill>
                <a:latin typeface="Book Antiqua" charset="0"/>
                <a:ea typeface="ＭＳ Ｐゴシック" charset="-128"/>
                <a:cs typeface="ＭＳ Ｐゴシック" charset="-128"/>
              </a:defRPr>
            </a:lvl7pPr>
            <a:lvl8pPr marL="3200400" algn="l" defTabSz="457200" rtl="0" eaLnBrk="1" latinLnBrk="0" hangingPunct="1">
              <a:defRPr kern="1200">
                <a:solidFill>
                  <a:schemeClr val="tx2"/>
                </a:solidFill>
                <a:latin typeface="Book Antiqua" charset="0"/>
                <a:ea typeface="ＭＳ Ｐゴシック" charset="-128"/>
                <a:cs typeface="ＭＳ Ｐゴシック" charset="-128"/>
              </a:defRPr>
            </a:lvl8pPr>
            <a:lvl9pPr marL="3657600" algn="l" defTabSz="457200" rtl="0" eaLnBrk="1" latinLnBrk="0" hangingPunct="1">
              <a:defRPr kern="1200">
                <a:solidFill>
                  <a:schemeClr val="tx2"/>
                </a:solidFill>
                <a:latin typeface="Book Antiqua" charset="0"/>
                <a:ea typeface="ＭＳ Ｐゴシック" charset="-128"/>
                <a:cs typeface="ＭＳ Ｐゴシック" charset="-128"/>
              </a:defRPr>
            </a:lvl9pPr>
          </a:lstStyle>
          <a:p>
            <a:fld id="{8030269B-3FF7-874D-8ED1-2D9E2506D078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21AE63A-EC67-4AD8-A37A-DE8920EF9F43}"/>
              </a:ext>
            </a:extLst>
          </p:cNvPr>
          <p:cNvPicPr/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4146" y="15498"/>
            <a:ext cx="1148757" cy="114875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334383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5" y="0"/>
            <a:ext cx="3341902" cy="7772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333058" y="0"/>
            <a:ext cx="52807" cy="7772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7190" y="673607"/>
            <a:ext cx="2640330" cy="2590800"/>
          </a:xfrm>
        </p:spPr>
        <p:txBody>
          <a:bodyPr anchor="b">
            <a:normAutofit/>
          </a:bodyPr>
          <a:lstStyle>
            <a:lvl1pPr>
              <a:defRPr sz="396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06261" y="829056"/>
            <a:ext cx="5510332" cy="59588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7190" y="3316224"/>
            <a:ext cx="2640330" cy="382967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650">
                <a:solidFill>
                  <a:srgbClr val="FFFFFF"/>
                </a:solidFill>
              </a:defRPr>
            </a:lvl1pPr>
            <a:lvl2pPr marL="502920" indent="0">
              <a:buNone/>
              <a:defRPr sz="1320"/>
            </a:lvl2pPr>
            <a:lvl3pPr marL="1005840" indent="0">
              <a:buNone/>
              <a:defRPr sz="1100"/>
            </a:lvl3pPr>
            <a:lvl4pPr marL="1508760" indent="0">
              <a:buNone/>
              <a:defRPr sz="990"/>
            </a:lvl4pPr>
            <a:lvl5pPr marL="2011680" indent="0">
              <a:buNone/>
              <a:defRPr sz="990"/>
            </a:lvl5pPr>
            <a:lvl6pPr marL="2514600" indent="0">
              <a:buNone/>
              <a:defRPr sz="990"/>
            </a:lvl6pPr>
            <a:lvl7pPr marL="3017520" indent="0">
              <a:buNone/>
              <a:defRPr sz="990"/>
            </a:lvl7pPr>
            <a:lvl8pPr marL="3520440" indent="0">
              <a:buNone/>
              <a:defRPr sz="990"/>
            </a:lvl8pPr>
            <a:lvl9pPr marL="4023360" indent="0">
              <a:buNone/>
              <a:defRPr sz="99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4048" y="7321092"/>
            <a:ext cx="2160271" cy="413808"/>
          </a:xfrm>
        </p:spPr>
        <p:txBody>
          <a:bodyPr/>
          <a:lstStyle>
            <a:lvl1pPr algn="l">
              <a:defRPr/>
            </a:lvl1pPr>
          </a:lstStyle>
          <a:p>
            <a:fld id="{70DDF080-5E8C-48AD-84E5-6C08B304C14E}" type="datetimeFigureOut">
              <a:rPr lang="en-US" smtClean="0"/>
              <a:t>3/2/2026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960495" y="7321092"/>
            <a:ext cx="3834765" cy="413808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030269B-3FF7-874D-8ED1-2D9E2506D07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3839773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" y="5613400"/>
            <a:ext cx="10055781" cy="2159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4" y="5570420"/>
            <a:ext cx="10055781" cy="7254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5256" y="5751576"/>
            <a:ext cx="8348472" cy="932688"/>
          </a:xfrm>
        </p:spPr>
        <p:txBody>
          <a:bodyPr tIns="0" bIns="0" anchor="b">
            <a:noAutofit/>
          </a:bodyPr>
          <a:lstStyle>
            <a:lvl1pPr>
              <a:defRPr sz="396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4" y="0"/>
            <a:ext cx="10058388" cy="5570419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520">
                <a:solidFill>
                  <a:schemeClr val="bg1"/>
                </a:solidFill>
              </a:defRPr>
            </a:lvl1pPr>
            <a:lvl2pPr marL="502920" indent="0">
              <a:buNone/>
              <a:defRPr sz="3080"/>
            </a:lvl2pPr>
            <a:lvl3pPr marL="1005840" indent="0">
              <a:buNone/>
              <a:defRPr sz="2640"/>
            </a:lvl3pPr>
            <a:lvl4pPr marL="1508760" indent="0">
              <a:buNone/>
              <a:defRPr sz="2200"/>
            </a:lvl4pPr>
            <a:lvl5pPr marL="2011680" indent="0">
              <a:buNone/>
              <a:defRPr sz="2200"/>
            </a:lvl5pPr>
            <a:lvl6pPr marL="2514600" indent="0">
              <a:buNone/>
              <a:defRPr sz="2200"/>
            </a:lvl6pPr>
            <a:lvl7pPr marL="3017520" indent="0">
              <a:buNone/>
              <a:defRPr sz="2200"/>
            </a:lvl7pPr>
            <a:lvl8pPr marL="3520440" indent="0">
              <a:buNone/>
              <a:defRPr sz="2200"/>
            </a:lvl8pPr>
            <a:lvl9pPr marL="4023360" indent="0">
              <a:buNone/>
              <a:defRPr sz="2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05255" y="6694627"/>
            <a:ext cx="8348472" cy="673608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60"/>
              </a:spcAft>
              <a:buNone/>
              <a:defRPr sz="1650">
                <a:solidFill>
                  <a:srgbClr val="FFFFFF"/>
                </a:solidFill>
              </a:defRPr>
            </a:lvl1pPr>
            <a:lvl2pPr marL="502920" indent="0">
              <a:buNone/>
              <a:defRPr sz="1320"/>
            </a:lvl2pPr>
            <a:lvl3pPr marL="1005840" indent="0">
              <a:buNone/>
              <a:defRPr sz="1100"/>
            </a:lvl3pPr>
            <a:lvl4pPr marL="1508760" indent="0">
              <a:buNone/>
              <a:defRPr sz="990"/>
            </a:lvl4pPr>
            <a:lvl5pPr marL="2011680" indent="0">
              <a:buNone/>
              <a:defRPr sz="990"/>
            </a:lvl5pPr>
            <a:lvl6pPr marL="2514600" indent="0">
              <a:buNone/>
              <a:defRPr sz="990"/>
            </a:lvl6pPr>
            <a:lvl7pPr marL="3017520" indent="0">
              <a:buNone/>
              <a:defRPr sz="990"/>
            </a:lvl7pPr>
            <a:lvl8pPr marL="3520440" indent="0">
              <a:buNone/>
              <a:defRPr sz="990"/>
            </a:lvl8pPr>
            <a:lvl9pPr marL="4023360" indent="0">
              <a:buNone/>
              <a:defRPr sz="99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0269B-3FF7-874D-8ED1-2D9E2506D07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209843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DF080-5E8C-48AD-84E5-6C08B304C14E}" type="datetimeFigureOut">
              <a:rPr lang="en-US" smtClean="0"/>
              <a:t>3/2/2026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0269B-3FF7-874D-8ED1-2D9E2506D07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4684369"/>
      </p:ext>
    </p:extLst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621" y="7254240"/>
            <a:ext cx="10055781" cy="5181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4" y="7178892"/>
            <a:ext cx="10055781" cy="7254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98043" y="470084"/>
            <a:ext cx="2168843" cy="65250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91515" y="470083"/>
            <a:ext cx="6380798" cy="6525076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0269B-3FF7-874D-8ED1-2D9E2506D07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6576423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.png"/><Relationship Id="rId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34975" y="1557338"/>
            <a:ext cx="8921750" cy="950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58" tIns="50929" rIns="101858" bIns="50929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34148" name="Rectangle 4"/>
          <p:cNvSpPr>
            <a:spLocks noChangeArrowheads="1"/>
          </p:cNvSpPr>
          <p:nvPr userDrawn="1"/>
        </p:nvSpPr>
        <p:spPr bwMode="auto">
          <a:xfrm>
            <a:off x="0" y="3886200"/>
            <a:ext cx="10058400" cy="3886200"/>
          </a:xfrm>
          <a:prstGeom prst="rect">
            <a:avLst/>
          </a:prstGeom>
          <a:solidFill>
            <a:srgbClr val="7F0813"/>
          </a:solidFill>
          <a:ln w="0">
            <a:noFill/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defRPr/>
            </a:pPr>
            <a:endParaRPr lang="en-US"/>
          </a:p>
        </p:txBody>
      </p:sp>
      <p:sp>
        <p:nvSpPr>
          <p:cNvPr id="1030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314325" y="5072063"/>
            <a:ext cx="8885238" cy="1296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58" tIns="50929" rIns="101858" bIns="5092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</p:sldLayoutIdLst>
  <p:hf hdr="0" ftr="0" dt="0"/>
  <p:txStyles>
    <p:titleStyle>
      <a:lvl1pPr algn="l" defTabSz="1019175" rtl="0" eaLnBrk="0" fontAlgn="base" hangingPunct="0">
        <a:spcBef>
          <a:spcPct val="0"/>
        </a:spcBef>
        <a:spcAft>
          <a:spcPct val="0"/>
        </a:spcAft>
        <a:defRPr sz="4700">
          <a:solidFill>
            <a:srgbClr val="7F0813"/>
          </a:solidFill>
          <a:latin typeface="+mj-lt"/>
          <a:ea typeface="+mj-ea"/>
          <a:cs typeface="ＭＳ Ｐゴシック" charset="-128"/>
        </a:defRPr>
      </a:lvl1pPr>
      <a:lvl2pPr algn="l" defTabSz="1019175" rtl="0" eaLnBrk="0" fontAlgn="base" hangingPunct="0">
        <a:spcBef>
          <a:spcPct val="0"/>
        </a:spcBef>
        <a:spcAft>
          <a:spcPct val="0"/>
        </a:spcAft>
        <a:defRPr sz="4700">
          <a:solidFill>
            <a:srgbClr val="7F0813"/>
          </a:solidFill>
          <a:latin typeface="Verdana" pitchFamily="34" charset="0"/>
          <a:ea typeface="ＭＳ Ｐゴシック" pitchFamily="1" charset="-128"/>
          <a:cs typeface="ＭＳ Ｐゴシック" charset="-128"/>
        </a:defRPr>
      </a:lvl2pPr>
      <a:lvl3pPr algn="l" defTabSz="1019175" rtl="0" eaLnBrk="0" fontAlgn="base" hangingPunct="0">
        <a:spcBef>
          <a:spcPct val="0"/>
        </a:spcBef>
        <a:spcAft>
          <a:spcPct val="0"/>
        </a:spcAft>
        <a:defRPr sz="4700">
          <a:solidFill>
            <a:srgbClr val="7F0813"/>
          </a:solidFill>
          <a:latin typeface="Verdana" pitchFamily="34" charset="0"/>
          <a:ea typeface="ＭＳ Ｐゴシック" pitchFamily="1" charset="-128"/>
          <a:cs typeface="ＭＳ Ｐゴシック" charset="-128"/>
        </a:defRPr>
      </a:lvl3pPr>
      <a:lvl4pPr algn="l" defTabSz="1019175" rtl="0" eaLnBrk="0" fontAlgn="base" hangingPunct="0">
        <a:spcBef>
          <a:spcPct val="0"/>
        </a:spcBef>
        <a:spcAft>
          <a:spcPct val="0"/>
        </a:spcAft>
        <a:defRPr sz="4700">
          <a:solidFill>
            <a:srgbClr val="7F0813"/>
          </a:solidFill>
          <a:latin typeface="Verdana" pitchFamily="34" charset="0"/>
          <a:ea typeface="ＭＳ Ｐゴシック" pitchFamily="1" charset="-128"/>
          <a:cs typeface="ＭＳ Ｐゴシック" charset="-128"/>
        </a:defRPr>
      </a:lvl4pPr>
      <a:lvl5pPr algn="l" defTabSz="1019175" rtl="0" eaLnBrk="0" fontAlgn="base" hangingPunct="0">
        <a:spcBef>
          <a:spcPct val="0"/>
        </a:spcBef>
        <a:spcAft>
          <a:spcPct val="0"/>
        </a:spcAft>
        <a:defRPr sz="4700">
          <a:solidFill>
            <a:srgbClr val="7F0813"/>
          </a:solidFill>
          <a:latin typeface="Verdana" pitchFamily="34" charset="0"/>
          <a:ea typeface="ＭＳ Ｐゴシック" pitchFamily="1" charset="-128"/>
          <a:cs typeface="ＭＳ Ｐゴシック" charset="-128"/>
        </a:defRPr>
      </a:lvl5pPr>
      <a:lvl6pPr marL="457200" algn="l" defTabSz="1019175" rtl="0" fontAlgn="base">
        <a:spcBef>
          <a:spcPct val="0"/>
        </a:spcBef>
        <a:spcAft>
          <a:spcPct val="0"/>
        </a:spcAft>
        <a:defRPr sz="4700">
          <a:solidFill>
            <a:srgbClr val="7F0813"/>
          </a:solidFill>
          <a:latin typeface="Verdana" pitchFamily="34" charset="0"/>
          <a:ea typeface="ＭＳ Ｐゴシック" pitchFamily="1" charset="-128"/>
        </a:defRPr>
      </a:lvl6pPr>
      <a:lvl7pPr marL="914400" algn="l" defTabSz="1019175" rtl="0" fontAlgn="base">
        <a:spcBef>
          <a:spcPct val="0"/>
        </a:spcBef>
        <a:spcAft>
          <a:spcPct val="0"/>
        </a:spcAft>
        <a:defRPr sz="4700">
          <a:solidFill>
            <a:srgbClr val="7F0813"/>
          </a:solidFill>
          <a:latin typeface="Verdana" pitchFamily="34" charset="0"/>
          <a:ea typeface="ＭＳ Ｐゴシック" pitchFamily="1" charset="-128"/>
        </a:defRPr>
      </a:lvl7pPr>
      <a:lvl8pPr marL="1371600" algn="l" defTabSz="1019175" rtl="0" fontAlgn="base">
        <a:spcBef>
          <a:spcPct val="0"/>
        </a:spcBef>
        <a:spcAft>
          <a:spcPct val="0"/>
        </a:spcAft>
        <a:defRPr sz="4700">
          <a:solidFill>
            <a:srgbClr val="7F0813"/>
          </a:solidFill>
          <a:latin typeface="Verdana" pitchFamily="34" charset="0"/>
          <a:ea typeface="ＭＳ Ｐゴシック" pitchFamily="1" charset="-128"/>
        </a:defRPr>
      </a:lvl8pPr>
      <a:lvl9pPr marL="1828800" algn="l" defTabSz="1019175" rtl="0" fontAlgn="base">
        <a:spcBef>
          <a:spcPct val="0"/>
        </a:spcBef>
        <a:spcAft>
          <a:spcPct val="0"/>
        </a:spcAft>
        <a:defRPr sz="4700">
          <a:solidFill>
            <a:srgbClr val="7F0813"/>
          </a:solidFill>
          <a:latin typeface="Verdana" pitchFamily="34" charset="0"/>
          <a:ea typeface="ＭＳ Ｐゴシック" pitchFamily="1" charset="-128"/>
        </a:defRPr>
      </a:lvl9pPr>
    </p:titleStyle>
    <p:bodyStyle>
      <a:lvl1pPr marL="382588" indent="-258763" algn="l" defTabSz="1019175" rtl="0" eaLnBrk="0" fontAlgn="base" hangingPunct="0">
        <a:spcBef>
          <a:spcPct val="20000"/>
        </a:spcBef>
        <a:spcAft>
          <a:spcPct val="0"/>
        </a:spcAft>
        <a:defRPr sz="3300">
          <a:solidFill>
            <a:schemeClr val="bg1"/>
          </a:solidFill>
          <a:latin typeface="+mn-lt"/>
          <a:ea typeface="+mn-ea"/>
          <a:cs typeface="ＭＳ Ｐゴシック" charset="-128"/>
        </a:defRPr>
      </a:lvl1pPr>
      <a:lvl2pPr marL="827088" indent="-317500" algn="l" defTabSz="1019175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bg1"/>
          </a:solidFill>
          <a:latin typeface="Arial" charset="0"/>
          <a:ea typeface="+mn-ea"/>
        </a:defRPr>
      </a:lvl2pPr>
      <a:lvl3pPr marL="1273175" indent="-254000" algn="l" defTabSz="1019175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bg1"/>
          </a:solidFill>
          <a:latin typeface="Arial" charset="0"/>
          <a:ea typeface="+mn-ea"/>
        </a:defRPr>
      </a:lvl3pPr>
      <a:lvl4pPr marL="1782763" indent="-254000" algn="l" defTabSz="1019175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bg1"/>
          </a:solidFill>
          <a:latin typeface="Arial" charset="0"/>
          <a:ea typeface="+mn-ea"/>
        </a:defRPr>
      </a:lvl4pPr>
      <a:lvl5pPr marL="2292350" indent="-254000" algn="l" defTabSz="1019175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bg1"/>
          </a:solidFill>
          <a:latin typeface="Arial" charset="0"/>
          <a:ea typeface="+mn-ea"/>
        </a:defRPr>
      </a:lvl5pPr>
      <a:lvl6pPr marL="2749550" indent="-254000" algn="l" defTabSz="1019175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bg1"/>
          </a:solidFill>
          <a:latin typeface="Arial" charset="0"/>
          <a:ea typeface="+mn-ea"/>
        </a:defRPr>
      </a:lvl6pPr>
      <a:lvl7pPr marL="3206750" indent="-254000" algn="l" defTabSz="1019175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bg1"/>
          </a:solidFill>
          <a:latin typeface="Arial" charset="0"/>
          <a:ea typeface="+mn-ea"/>
        </a:defRPr>
      </a:lvl7pPr>
      <a:lvl8pPr marL="3663950" indent="-254000" algn="l" defTabSz="1019175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bg1"/>
          </a:solidFill>
          <a:latin typeface="Arial" charset="0"/>
          <a:ea typeface="+mn-ea"/>
        </a:defRPr>
      </a:lvl8pPr>
      <a:lvl9pPr marL="4121150" indent="-254000" algn="l" defTabSz="1019175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bg1"/>
          </a:solidFill>
          <a:latin typeface="Arial" charset="0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14288" y="1985963"/>
            <a:ext cx="8885237" cy="466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70" tIns="50935" rIns="101870" bIns="5093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31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134938" y="644525"/>
            <a:ext cx="9625012" cy="949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70" tIns="50935" rIns="101870" bIns="50935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724990" y="7515202"/>
            <a:ext cx="309981" cy="215444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sz="1400">
                <a:solidFill>
                  <a:srgbClr val="000000"/>
                </a:solidFill>
                <a:latin typeface="+mn-lt"/>
              </a:defRPr>
            </a:lvl1pPr>
          </a:lstStyle>
          <a:p>
            <a:fld id="{8030269B-3FF7-874D-8ED1-2D9E2506D07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F98FD54B-8B57-9942-BAC5-6D8D3196978B}"/>
              </a:ext>
            </a:extLst>
          </p:cNvPr>
          <p:cNvSpPr txBox="1">
            <a:spLocks/>
          </p:cNvSpPr>
          <p:nvPr userDrawn="1"/>
        </p:nvSpPr>
        <p:spPr>
          <a:xfrm>
            <a:off x="-1410673" y="7403148"/>
            <a:ext cx="5817932" cy="325650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760" kern="1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-128"/>
              </a:defRPr>
            </a:lvl1pPr>
            <a:lvl2pPr marL="817245" indent="-314325" algn="r" rtl="0" eaLnBrk="0" fontAlgn="base" hangingPunct="0">
              <a:spcBef>
                <a:spcPct val="0"/>
              </a:spcBef>
              <a:spcAft>
                <a:spcPct val="0"/>
              </a:spcAft>
              <a:defRPr sz="1760" kern="1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-128"/>
              </a:defRPr>
            </a:lvl2pPr>
            <a:lvl3pPr marL="1257300" indent="-251460" algn="r" rtl="0" eaLnBrk="0" fontAlgn="base" hangingPunct="0">
              <a:spcBef>
                <a:spcPct val="0"/>
              </a:spcBef>
              <a:spcAft>
                <a:spcPct val="0"/>
              </a:spcAft>
              <a:defRPr sz="1760" kern="1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-128"/>
              </a:defRPr>
            </a:lvl3pPr>
            <a:lvl4pPr marL="1760220" indent="-251460" algn="r" rtl="0" eaLnBrk="0" fontAlgn="base" hangingPunct="0">
              <a:spcBef>
                <a:spcPct val="0"/>
              </a:spcBef>
              <a:spcAft>
                <a:spcPct val="0"/>
              </a:spcAft>
              <a:defRPr sz="1760" kern="1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-128"/>
              </a:defRPr>
            </a:lvl4pPr>
            <a:lvl5pPr marL="2263140" indent="-251460" algn="r" rtl="0" eaLnBrk="0" fontAlgn="base" hangingPunct="0">
              <a:spcBef>
                <a:spcPct val="0"/>
              </a:spcBef>
              <a:spcAft>
                <a:spcPct val="0"/>
              </a:spcAft>
              <a:defRPr sz="1760" kern="1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-128"/>
              </a:defRPr>
            </a:lvl5pPr>
            <a:lvl6pPr marL="2766060" indent="-251460" algn="ctr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760" kern="1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-128"/>
              </a:defRPr>
            </a:lvl6pPr>
            <a:lvl7pPr marL="3268980" indent="-251460" algn="ctr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760" kern="1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-128"/>
              </a:defRPr>
            </a:lvl7pPr>
            <a:lvl8pPr marL="3771900" indent="-251460" algn="ctr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760" kern="1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-128"/>
              </a:defRPr>
            </a:lvl8pPr>
            <a:lvl9pPr marL="4274820" indent="-251460" algn="ctr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760" kern="1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-128"/>
              </a:defRPr>
            </a:lvl9pPr>
          </a:lstStyle>
          <a:p>
            <a:pPr>
              <a:defRPr/>
            </a:pPr>
            <a:r>
              <a:rPr lang="en-US" sz="1320" dirty="0"/>
              <a:t>CSC 339 Data Communication and computer Networks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630B29A-6D89-6749-82C1-0412BA664C5F}"/>
              </a:ext>
            </a:extLst>
          </p:cNvPr>
          <p:cNvPicPr/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4146" y="0"/>
            <a:ext cx="1148757" cy="1148757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1" r:id="rId2"/>
    <p:sldLayoutId id="2147483693" r:id="rId3"/>
  </p:sldLayoutIdLst>
  <p:hf hdr="0" ftr="0" dt="0"/>
  <p:txStyles>
    <p:titleStyle>
      <a:lvl1pPr algn="l" defTabSz="1019175" rtl="0" eaLnBrk="0" fontAlgn="base" hangingPunct="0">
        <a:spcBef>
          <a:spcPct val="0"/>
        </a:spcBef>
        <a:spcAft>
          <a:spcPct val="0"/>
        </a:spcAft>
        <a:defRPr sz="4000">
          <a:solidFill>
            <a:srgbClr val="7F0813"/>
          </a:solidFill>
          <a:latin typeface="+mj-lt"/>
          <a:ea typeface="+mj-ea"/>
          <a:cs typeface="ＭＳ Ｐゴシック" charset="-128"/>
        </a:defRPr>
      </a:lvl1pPr>
      <a:lvl2pPr algn="l" defTabSz="1019175" rtl="0" eaLnBrk="0" fontAlgn="base" hangingPunct="0">
        <a:spcBef>
          <a:spcPct val="0"/>
        </a:spcBef>
        <a:spcAft>
          <a:spcPct val="0"/>
        </a:spcAft>
        <a:defRPr sz="4000">
          <a:solidFill>
            <a:srgbClr val="7F0813"/>
          </a:solidFill>
          <a:latin typeface="Verdana" pitchFamily="34" charset="0"/>
          <a:ea typeface="ＭＳ Ｐゴシック" pitchFamily="1" charset="-128"/>
          <a:cs typeface="ＭＳ Ｐゴシック" charset="-128"/>
        </a:defRPr>
      </a:lvl2pPr>
      <a:lvl3pPr algn="l" defTabSz="1019175" rtl="0" eaLnBrk="0" fontAlgn="base" hangingPunct="0">
        <a:spcBef>
          <a:spcPct val="0"/>
        </a:spcBef>
        <a:spcAft>
          <a:spcPct val="0"/>
        </a:spcAft>
        <a:defRPr sz="4000">
          <a:solidFill>
            <a:srgbClr val="7F0813"/>
          </a:solidFill>
          <a:latin typeface="Verdana" pitchFamily="34" charset="0"/>
          <a:ea typeface="ＭＳ Ｐゴシック" pitchFamily="1" charset="-128"/>
          <a:cs typeface="ＭＳ Ｐゴシック" charset="-128"/>
        </a:defRPr>
      </a:lvl3pPr>
      <a:lvl4pPr algn="l" defTabSz="1019175" rtl="0" eaLnBrk="0" fontAlgn="base" hangingPunct="0">
        <a:spcBef>
          <a:spcPct val="0"/>
        </a:spcBef>
        <a:spcAft>
          <a:spcPct val="0"/>
        </a:spcAft>
        <a:defRPr sz="4000">
          <a:solidFill>
            <a:srgbClr val="7F0813"/>
          </a:solidFill>
          <a:latin typeface="Verdana" pitchFamily="34" charset="0"/>
          <a:ea typeface="ＭＳ Ｐゴシック" pitchFamily="1" charset="-128"/>
          <a:cs typeface="ＭＳ Ｐゴシック" charset="-128"/>
        </a:defRPr>
      </a:lvl4pPr>
      <a:lvl5pPr algn="l" defTabSz="1019175" rtl="0" eaLnBrk="0" fontAlgn="base" hangingPunct="0">
        <a:spcBef>
          <a:spcPct val="0"/>
        </a:spcBef>
        <a:spcAft>
          <a:spcPct val="0"/>
        </a:spcAft>
        <a:defRPr sz="4000">
          <a:solidFill>
            <a:srgbClr val="7F0813"/>
          </a:solidFill>
          <a:latin typeface="Verdana" pitchFamily="34" charset="0"/>
          <a:ea typeface="ＭＳ Ｐゴシック" pitchFamily="1" charset="-128"/>
          <a:cs typeface="ＭＳ Ｐゴシック" charset="-128"/>
        </a:defRPr>
      </a:lvl5pPr>
      <a:lvl6pPr marL="457200" algn="l" defTabSz="1019175" rtl="0" fontAlgn="base">
        <a:spcBef>
          <a:spcPct val="0"/>
        </a:spcBef>
        <a:spcAft>
          <a:spcPct val="0"/>
        </a:spcAft>
        <a:defRPr sz="4000">
          <a:solidFill>
            <a:srgbClr val="7F0813"/>
          </a:solidFill>
          <a:latin typeface="Verdana" pitchFamily="34" charset="0"/>
          <a:ea typeface="ＭＳ Ｐゴシック" pitchFamily="1" charset="-128"/>
        </a:defRPr>
      </a:lvl6pPr>
      <a:lvl7pPr marL="914400" algn="l" defTabSz="1019175" rtl="0" fontAlgn="base">
        <a:spcBef>
          <a:spcPct val="0"/>
        </a:spcBef>
        <a:spcAft>
          <a:spcPct val="0"/>
        </a:spcAft>
        <a:defRPr sz="4000">
          <a:solidFill>
            <a:srgbClr val="7F0813"/>
          </a:solidFill>
          <a:latin typeface="Verdana" pitchFamily="34" charset="0"/>
          <a:ea typeface="ＭＳ Ｐゴシック" pitchFamily="1" charset="-128"/>
        </a:defRPr>
      </a:lvl7pPr>
      <a:lvl8pPr marL="1371600" algn="l" defTabSz="1019175" rtl="0" fontAlgn="base">
        <a:spcBef>
          <a:spcPct val="0"/>
        </a:spcBef>
        <a:spcAft>
          <a:spcPct val="0"/>
        </a:spcAft>
        <a:defRPr sz="4000">
          <a:solidFill>
            <a:srgbClr val="7F0813"/>
          </a:solidFill>
          <a:latin typeface="Verdana" pitchFamily="34" charset="0"/>
          <a:ea typeface="ＭＳ Ｐゴシック" pitchFamily="1" charset="-128"/>
        </a:defRPr>
      </a:lvl8pPr>
      <a:lvl9pPr marL="1828800" algn="l" defTabSz="1019175" rtl="0" fontAlgn="base">
        <a:spcBef>
          <a:spcPct val="0"/>
        </a:spcBef>
        <a:spcAft>
          <a:spcPct val="0"/>
        </a:spcAft>
        <a:defRPr sz="4000">
          <a:solidFill>
            <a:srgbClr val="7F0813"/>
          </a:solidFill>
          <a:latin typeface="Verdana" pitchFamily="34" charset="0"/>
          <a:ea typeface="ＭＳ Ｐゴシック" pitchFamily="1" charset="-128"/>
        </a:defRPr>
      </a:lvl9pPr>
    </p:titleStyle>
    <p:bodyStyle>
      <a:lvl1pPr marL="290513" indent="-290513" algn="l" defTabSz="1019175" rtl="0" eaLnBrk="0" fontAlgn="base" hangingPunct="0">
        <a:spcBef>
          <a:spcPct val="20000"/>
        </a:spcBef>
        <a:spcAft>
          <a:spcPct val="0"/>
        </a:spcAft>
        <a:buClr>
          <a:srgbClr val="993300"/>
        </a:buClr>
        <a:buSzPct val="75000"/>
        <a:buFont typeface="Wingdings" charset="2"/>
        <a:buChar char="n"/>
        <a:defRPr sz="2600">
          <a:solidFill>
            <a:schemeClr val="tx1"/>
          </a:solidFill>
          <a:latin typeface="+mn-lt"/>
          <a:ea typeface="+mn-ea"/>
          <a:cs typeface="ＭＳ Ｐゴシック" charset="-128"/>
        </a:defRPr>
      </a:lvl1pPr>
      <a:lvl2pPr marL="568325" indent="-223838" algn="l" defTabSz="1019175" rtl="0" eaLnBrk="0" fontAlgn="base" hangingPunct="0">
        <a:spcBef>
          <a:spcPct val="20000"/>
        </a:spcBef>
        <a:spcAft>
          <a:spcPct val="0"/>
        </a:spcAft>
        <a:buClr>
          <a:srgbClr val="006600"/>
        </a:buClr>
        <a:buChar char="»"/>
        <a:defRPr sz="2200">
          <a:solidFill>
            <a:schemeClr val="tx1"/>
          </a:solidFill>
          <a:latin typeface="+mn-lt"/>
          <a:ea typeface="+mn-ea"/>
        </a:defRPr>
      </a:lvl2pPr>
      <a:lvl3pPr marL="860425" indent="-225425" algn="l" defTabSz="1019175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+mn-ea"/>
        </a:defRPr>
      </a:lvl3pPr>
      <a:lvl4pPr marL="1084263" indent="-171450" algn="l" defTabSz="1019175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  <a:ea typeface="+mn-ea"/>
        </a:defRPr>
      </a:lvl4pPr>
      <a:lvl5pPr marL="1309688" indent="-171450" algn="l" defTabSz="1019175" rtl="0" eaLnBrk="0" fontAlgn="base" hangingPunct="0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+mn-ea"/>
        </a:defRPr>
      </a:lvl5pPr>
      <a:lvl6pPr marL="2236788" indent="-190500" algn="l" defTabSz="1019175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+mn-ea"/>
        </a:defRPr>
      </a:lvl6pPr>
      <a:lvl7pPr marL="2693988" indent="-190500" algn="l" defTabSz="1019175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+mn-ea"/>
        </a:defRPr>
      </a:lvl7pPr>
      <a:lvl8pPr marL="3151188" indent="-190500" algn="l" defTabSz="1019175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+mn-ea"/>
        </a:defRPr>
      </a:lvl8pPr>
      <a:lvl9pPr marL="3608388" indent="-190500" algn="l" defTabSz="1019175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14288" y="1985963"/>
            <a:ext cx="8885237" cy="466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70" tIns="50935" rIns="101870" bIns="5093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31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134938" y="644525"/>
            <a:ext cx="9625012" cy="949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70" tIns="50935" rIns="101870" bIns="50935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4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724990" y="7515202"/>
            <a:ext cx="309981" cy="215444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sz="1400">
                <a:solidFill>
                  <a:srgbClr val="000000"/>
                </a:solidFill>
                <a:latin typeface="+mn-lt"/>
              </a:defRPr>
            </a:lvl1pPr>
          </a:lstStyle>
          <a:p>
            <a:fld id="{8030269B-3FF7-874D-8ED1-2D9E2506D07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EE632B4E-A97C-3942-9A35-35652C09F5D7}"/>
              </a:ext>
            </a:extLst>
          </p:cNvPr>
          <p:cNvSpPr txBox="1">
            <a:spLocks/>
          </p:cNvSpPr>
          <p:nvPr userDrawn="1"/>
        </p:nvSpPr>
        <p:spPr>
          <a:xfrm>
            <a:off x="-1410673" y="7403148"/>
            <a:ext cx="5817932" cy="325650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760" kern="1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-128"/>
              </a:defRPr>
            </a:lvl1pPr>
            <a:lvl2pPr marL="817245" indent="-314325" algn="r" rtl="0" eaLnBrk="0" fontAlgn="base" hangingPunct="0">
              <a:spcBef>
                <a:spcPct val="0"/>
              </a:spcBef>
              <a:spcAft>
                <a:spcPct val="0"/>
              </a:spcAft>
              <a:defRPr sz="1760" kern="1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-128"/>
              </a:defRPr>
            </a:lvl2pPr>
            <a:lvl3pPr marL="1257300" indent="-251460" algn="r" rtl="0" eaLnBrk="0" fontAlgn="base" hangingPunct="0">
              <a:spcBef>
                <a:spcPct val="0"/>
              </a:spcBef>
              <a:spcAft>
                <a:spcPct val="0"/>
              </a:spcAft>
              <a:defRPr sz="1760" kern="1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-128"/>
              </a:defRPr>
            </a:lvl3pPr>
            <a:lvl4pPr marL="1760220" indent="-251460" algn="r" rtl="0" eaLnBrk="0" fontAlgn="base" hangingPunct="0">
              <a:spcBef>
                <a:spcPct val="0"/>
              </a:spcBef>
              <a:spcAft>
                <a:spcPct val="0"/>
              </a:spcAft>
              <a:defRPr sz="1760" kern="1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-128"/>
              </a:defRPr>
            </a:lvl4pPr>
            <a:lvl5pPr marL="2263140" indent="-251460" algn="r" rtl="0" eaLnBrk="0" fontAlgn="base" hangingPunct="0">
              <a:spcBef>
                <a:spcPct val="0"/>
              </a:spcBef>
              <a:spcAft>
                <a:spcPct val="0"/>
              </a:spcAft>
              <a:defRPr sz="1760" kern="1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-128"/>
              </a:defRPr>
            </a:lvl5pPr>
            <a:lvl6pPr marL="2766060" indent="-251460" algn="ctr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760" kern="1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-128"/>
              </a:defRPr>
            </a:lvl6pPr>
            <a:lvl7pPr marL="3268980" indent="-251460" algn="ctr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760" kern="1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-128"/>
              </a:defRPr>
            </a:lvl7pPr>
            <a:lvl8pPr marL="3771900" indent="-251460" algn="ctr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760" kern="1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-128"/>
              </a:defRPr>
            </a:lvl8pPr>
            <a:lvl9pPr marL="4274820" indent="-251460" algn="ctr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760" kern="1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-128"/>
              </a:defRPr>
            </a:lvl9pPr>
          </a:lstStyle>
          <a:p>
            <a:pPr>
              <a:defRPr/>
            </a:pPr>
            <a:r>
              <a:rPr lang="en-US" sz="1320" dirty="0"/>
              <a:t>CSC 339 Data Communication and computer Networks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D488958-B6E8-4E42-8AA1-6458887F20D9}"/>
              </a:ext>
            </a:extLst>
          </p:cNvPr>
          <p:cNvPicPr/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4146" y="0"/>
            <a:ext cx="1148757" cy="1148757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2" r:id="rId2"/>
    <p:sldLayoutId id="2147483703" r:id="rId3"/>
  </p:sldLayoutIdLst>
  <p:hf hdr="0" ftr="0" dt="0"/>
  <p:txStyles>
    <p:titleStyle>
      <a:lvl1pPr algn="l" defTabSz="1019175" rtl="0" eaLnBrk="0" fontAlgn="base" hangingPunct="0">
        <a:spcBef>
          <a:spcPct val="0"/>
        </a:spcBef>
        <a:spcAft>
          <a:spcPct val="0"/>
        </a:spcAft>
        <a:defRPr sz="4000">
          <a:solidFill>
            <a:srgbClr val="7F0813"/>
          </a:solidFill>
          <a:latin typeface="+mj-lt"/>
          <a:ea typeface="+mj-ea"/>
          <a:cs typeface="ＭＳ Ｐゴシック" charset="-128"/>
        </a:defRPr>
      </a:lvl1pPr>
      <a:lvl2pPr algn="l" defTabSz="1019175" rtl="0" eaLnBrk="0" fontAlgn="base" hangingPunct="0">
        <a:spcBef>
          <a:spcPct val="0"/>
        </a:spcBef>
        <a:spcAft>
          <a:spcPct val="0"/>
        </a:spcAft>
        <a:defRPr sz="4000">
          <a:solidFill>
            <a:srgbClr val="7F0813"/>
          </a:solidFill>
          <a:latin typeface="Verdana" pitchFamily="34" charset="0"/>
          <a:ea typeface="ＭＳ Ｐゴシック" pitchFamily="1" charset="-128"/>
          <a:cs typeface="ＭＳ Ｐゴシック" charset="-128"/>
        </a:defRPr>
      </a:lvl2pPr>
      <a:lvl3pPr algn="l" defTabSz="1019175" rtl="0" eaLnBrk="0" fontAlgn="base" hangingPunct="0">
        <a:spcBef>
          <a:spcPct val="0"/>
        </a:spcBef>
        <a:spcAft>
          <a:spcPct val="0"/>
        </a:spcAft>
        <a:defRPr sz="4000">
          <a:solidFill>
            <a:srgbClr val="7F0813"/>
          </a:solidFill>
          <a:latin typeface="Verdana" pitchFamily="34" charset="0"/>
          <a:ea typeface="ＭＳ Ｐゴシック" pitchFamily="1" charset="-128"/>
          <a:cs typeface="ＭＳ Ｐゴシック" charset="-128"/>
        </a:defRPr>
      </a:lvl3pPr>
      <a:lvl4pPr algn="l" defTabSz="1019175" rtl="0" eaLnBrk="0" fontAlgn="base" hangingPunct="0">
        <a:spcBef>
          <a:spcPct val="0"/>
        </a:spcBef>
        <a:spcAft>
          <a:spcPct val="0"/>
        </a:spcAft>
        <a:defRPr sz="4000">
          <a:solidFill>
            <a:srgbClr val="7F0813"/>
          </a:solidFill>
          <a:latin typeface="Verdana" pitchFamily="34" charset="0"/>
          <a:ea typeface="ＭＳ Ｐゴシック" pitchFamily="1" charset="-128"/>
          <a:cs typeface="ＭＳ Ｐゴシック" charset="-128"/>
        </a:defRPr>
      </a:lvl4pPr>
      <a:lvl5pPr algn="l" defTabSz="1019175" rtl="0" eaLnBrk="0" fontAlgn="base" hangingPunct="0">
        <a:spcBef>
          <a:spcPct val="0"/>
        </a:spcBef>
        <a:spcAft>
          <a:spcPct val="0"/>
        </a:spcAft>
        <a:defRPr sz="4000">
          <a:solidFill>
            <a:srgbClr val="7F0813"/>
          </a:solidFill>
          <a:latin typeface="Verdana" pitchFamily="34" charset="0"/>
          <a:ea typeface="ＭＳ Ｐゴシック" pitchFamily="1" charset="-128"/>
          <a:cs typeface="ＭＳ Ｐゴシック" charset="-128"/>
        </a:defRPr>
      </a:lvl5pPr>
      <a:lvl6pPr marL="457200" algn="l" defTabSz="1019175" rtl="0" fontAlgn="base">
        <a:spcBef>
          <a:spcPct val="0"/>
        </a:spcBef>
        <a:spcAft>
          <a:spcPct val="0"/>
        </a:spcAft>
        <a:defRPr sz="4000">
          <a:solidFill>
            <a:srgbClr val="7F0813"/>
          </a:solidFill>
          <a:latin typeface="Verdana" pitchFamily="34" charset="0"/>
          <a:ea typeface="ＭＳ Ｐゴシック" pitchFamily="1" charset="-128"/>
        </a:defRPr>
      </a:lvl6pPr>
      <a:lvl7pPr marL="914400" algn="l" defTabSz="1019175" rtl="0" fontAlgn="base">
        <a:spcBef>
          <a:spcPct val="0"/>
        </a:spcBef>
        <a:spcAft>
          <a:spcPct val="0"/>
        </a:spcAft>
        <a:defRPr sz="4000">
          <a:solidFill>
            <a:srgbClr val="7F0813"/>
          </a:solidFill>
          <a:latin typeface="Verdana" pitchFamily="34" charset="0"/>
          <a:ea typeface="ＭＳ Ｐゴシック" pitchFamily="1" charset="-128"/>
        </a:defRPr>
      </a:lvl7pPr>
      <a:lvl8pPr marL="1371600" algn="l" defTabSz="1019175" rtl="0" fontAlgn="base">
        <a:spcBef>
          <a:spcPct val="0"/>
        </a:spcBef>
        <a:spcAft>
          <a:spcPct val="0"/>
        </a:spcAft>
        <a:defRPr sz="4000">
          <a:solidFill>
            <a:srgbClr val="7F0813"/>
          </a:solidFill>
          <a:latin typeface="Verdana" pitchFamily="34" charset="0"/>
          <a:ea typeface="ＭＳ Ｐゴシック" pitchFamily="1" charset="-128"/>
        </a:defRPr>
      </a:lvl8pPr>
      <a:lvl9pPr marL="1828800" algn="l" defTabSz="1019175" rtl="0" fontAlgn="base">
        <a:spcBef>
          <a:spcPct val="0"/>
        </a:spcBef>
        <a:spcAft>
          <a:spcPct val="0"/>
        </a:spcAft>
        <a:defRPr sz="4000">
          <a:solidFill>
            <a:srgbClr val="7F0813"/>
          </a:solidFill>
          <a:latin typeface="Verdana" pitchFamily="34" charset="0"/>
          <a:ea typeface="ＭＳ Ｐゴシック" pitchFamily="1" charset="-128"/>
        </a:defRPr>
      </a:lvl9pPr>
    </p:titleStyle>
    <p:bodyStyle>
      <a:lvl1pPr marL="384175" indent="-254000" algn="l" defTabSz="1019175" rtl="0" eaLnBrk="0" fontAlgn="base" hangingPunct="0">
        <a:spcBef>
          <a:spcPct val="20000"/>
        </a:spcBef>
        <a:spcAft>
          <a:spcPct val="0"/>
        </a:spcAft>
        <a:buClr>
          <a:srgbClr val="993300"/>
        </a:buClr>
        <a:buSzPct val="75000"/>
        <a:buFont typeface="Wingdings" charset="2"/>
        <a:buChar char="n"/>
        <a:defRPr sz="2600">
          <a:solidFill>
            <a:schemeClr val="tx1"/>
          </a:solidFill>
          <a:latin typeface="+mn-lt"/>
          <a:ea typeface="+mn-ea"/>
          <a:cs typeface="ＭＳ Ｐゴシック" charset="-128"/>
        </a:defRPr>
      </a:lvl1pPr>
      <a:lvl2pPr marL="762000" indent="-250825" algn="l" defTabSz="1019175" rtl="0" eaLnBrk="0" fontAlgn="base" hangingPunct="0">
        <a:spcBef>
          <a:spcPct val="20000"/>
        </a:spcBef>
        <a:spcAft>
          <a:spcPct val="0"/>
        </a:spcAft>
        <a:buClr>
          <a:srgbClr val="006600"/>
        </a:buClr>
        <a:buChar char="»"/>
        <a:defRPr sz="2200">
          <a:solidFill>
            <a:schemeClr val="tx1"/>
          </a:solidFill>
          <a:latin typeface="+mn-lt"/>
          <a:ea typeface="+mn-ea"/>
        </a:defRPr>
      </a:lvl2pPr>
      <a:lvl3pPr marL="1143000" indent="-254000" algn="l" defTabSz="1019175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+mn-ea"/>
        </a:defRPr>
      </a:lvl3pPr>
      <a:lvl4pPr marL="1460500" indent="-190500" algn="l" defTabSz="1019175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  <a:ea typeface="+mn-ea"/>
        </a:defRPr>
      </a:lvl4pPr>
      <a:lvl5pPr marL="1779588" indent="-190500" algn="l" defTabSz="1019175" rtl="0" eaLnBrk="0" fontAlgn="base" hangingPunct="0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+mn-ea"/>
        </a:defRPr>
      </a:lvl5pPr>
      <a:lvl6pPr marL="2236788" indent="-190500" algn="l" defTabSz="1019175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+mn-ea"/>
        </a:defRPr>
      </a:lvl6pPr>
      <a:lvl7pPr marL="2693988" indent="-190500" algn="l" defTabSz="1019175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+mn-ea"/>
        </a:defRPr>
      </a:lvl7pPr>
      <a:lvl8pPr marL="3151188" indent="-190500" algn="l" defTabSz="1019175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+mn-ea"/>
        </a:defRPr>
      </a:lvl8pPr>
      <a:lvl9pPr marL="3608388" indent="-190500" algn="l" defTabSz="1019175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254240"/>
            <a:ext cx="10058401" cy="5181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" y="7178891"/>
            <a:ext cx="10058401" cy="747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05256" y="324819"/>
            <a:ext cx="8298180" cy="164419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5255" y="2091832"/>
            <a:ext cx="8298181" cy="4559808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05258" y="7321092"/>
            <a:ext cx="2039623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0">
                <a:solidFill>
                  <a:srgbClr val="FFFFFF"/>
                </a:solidFill>
              </a:defRPr>
            </a:lvl1pPr>
          </a:lstStyle>
          <a:p>
            <a:fld id="{96DFF08F-DC6B-4601-B491-B0F83F6DD2DA}" type="datetimeFigureOut">
              <a:rPr lang="en-US" dirty="0"/>
              <a:pPr/>
              <a:t>3/2/2026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41104" y="7321092"/>
            <a:ext cx="3978813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67879" y="7321092"/>
            <a:ext cx="1082421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55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984664" y="1969558"/>
            <a:ext cx="8222742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25CFE2B6-216E-480D-8797-28866C3822A6}"/>
              </a:ext>
            </a:extLst>
          </p:cNvPr>
          <p:cNvSpPr txBox="1">
            <a:spLocks/>
          </p:cNvSpPr>
          <p:nvPr userDrawn="1"/>
        </p:nvSpPr>
        <p:spPr>
          <a:xfrm>
            <a:off x="-1410673" y="7403148"/>
            <a:ext cx="5817932" cy="325650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760" kern="1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-128"/>
              </a:defRPr>
            </a:lvl1pPr>
            <a:lvl2pPr marL="817245" indent="-314325" algn="r" rtl="0" eaLnBrk="0" fontAlgn="base" hangingPunct="0">
              <a:spcBef>
                <a:spcPct val="0"/>
              </a:spcBef>
              <a:spcAft>
                <a:spcPct val="0"/>
              </a:spcAft>
              <a:defRPr sz="1760" kern="1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-128"/>
              </a:defRPr>
            </a:lvl2pPr>
            <a:lvl3pPr marL="1257300" indent="-251460" algn="r" rtl="0" eaLnBrk="0" fontAlgn="base" hangingPunct="0">
              <a:spcBef>
                <a:spcPct val="0"/>
              </a:spcBef>
              <a:spcAft>
                <a:spcPct val="0"/>
              </a:spcAft>
              <a:defRPr sz="1760" kern="1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-128"/>
              </a:defRPr>
            </a:lvl3pPr>
            <a:lvl4pPr marL="1760220" indent="-251460" algn="r" rtl="0" eaLnBrk="0" fontAlgn="base" hangingPunct="0">
              <a:spcBef>
                <a:spcPct val="0"/>
              </a:spcBef>
              <a:spcAft>
                <a:spcPct val="0"/>
              </a:spcAft>
              <a:defRPr sz="1760" kern="1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-128"/>
              </a:defRPr>
            </a:lvl4pPr>
            <a:lvl5pPr marL="2263140" indent="-251460" algn="r" rtl="0" eaLnBrk="0" fontAlgn="base" hangingPunct="0">
              <a:spcBef>
                <a:spcPct val="0"/>
              </a:spcBef>
              <a:spcAft>
                <a:spcPct val="0"/>
              </a:spcAft>
              <a:defRPr sz="1760" kern="1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-128"/>
              </a:defRPr>
            </a:lvl5pPr>
            <a:lvl6pPr marL="2766060" indent="-251460" algn="ctr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760" kern="1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-128"/>
              </a:defRPr>
            </a:lvl6pPr>
            <a:lvl7pPr marL="3268980" indent="-251460" algn="ctr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760" kern="1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-128"/>
              </a:defRPr>
            </a:lvl7pPr>
            <a:lvl8pPr marL="3771900" indent="-251460" algn="ctr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760" kern="1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-128"/>
              </a:defRPr>
            </a:lvl8pPr>
            <a:lvl9pPr marL="4274820" indent="-251460" algn="ctr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760" kern="1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-128"/>
              </a:defRPr>
            </a:lvl9pPr>
          </a:lstStyle>
          <a:p>
            <a:pPr>
              <a:defRPr/>
            </a:pPr>
            <a:r>
              <a:rPr lang="en-US" sz="1320" dirty="0"/>
              <a:t>CSC 339 Data Communication and computer Networks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559A502-6E89-4BC0-8A18-0185C6F6DFA1}"/>
              </a:ext>
            </a:extLst>
          </p:cNvPr>
          <p:cNvPicPr/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4146" y="0"/>
            <a:ext cx="1148757" cy="114875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316884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2" r:id="rId1"/>
    <p:sldLayoutId id="2147483783" r:id="rId2"/>
    <p:sldLayoutId id="2147483784" r:id="rId3"/>
    <p:sldLayoutId id="2147483785" r:id="rId4"/>
    <p:sldLayoutId id="2147483786" r:id="rId5"/>
    <p:sldLayoutId id="2147483787" r:id="rId6"/>
    <p:sldLayoutId id="2147483788" r:id="rId7"/>
    <p:sldLayoutId id="2147483789" r:id="rId8"/>
    <p:sldLayoutId id="2147483790" r:id="rId9"/>
    <p:sldLayoutId id="2147483791" r:id="rId10"/>
    <p:sldLayoutId id="2147483792" r:id="rId11"/>
  </p:sldLayoutIdLst>
  <p:hf hdr="0" ftr="0" dt="0"/>
  <p:txStyles>
    <p:titleStyle>
      <a:lvl1pPr algn="l" defTabSz="1005840" rtl="0" eaLnBrk="1" latinLnBrk="0" hangingPunct="1">
        <a:lnSpc>
          <a:spcPct val="85000"/>
        </a:lnSpc>
        <a:spcBef>
          <a:spcPct val="0"/>
        </a:spcBef>
        <a:buNone/>
        <a:defRPr sz="5280" kern="1200" spc="-55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100584" indent="-100584" algn="l" defTabSz="1005840" rtl="0" eaLnBrk="1" latinLnBrk="0" hangingPunct="1">
        <a:lnSpc>
          <a:spcPct val="90000"/>
        </a:lnSpc>
        <a:spcBef>
          <a:spcPts val="1320"/>
        </a:spcBef>
        <a:spcAft>
          <a:spcPts val="22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422453" indent="-201168" algn="l" defTabSz="1005840" rtl="0" eaLnBrk="1" latinLnBrk="0" hangingPunct="1">
        <a:lnSpc>
          <a:spcPct val="90000"/>
        </a:lnSpc>
        <a:spcBef>
          <a:spcPts val="220"/>
        </a:spcBef>
        <a:spcAft>
          <a:spcPts val="440"/>
        </a:spcAft>
        <a:buClr>
          <a:schemeClr val="accent1"/>
        </a:buClr>
        <a:buFont typeface="Calibri" pitchFamily="34" charset="0"/>
        <a:buChar char="◦"/>
        <a:defRPr sz="198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623621" indent="-201168" algn="l" defTabSz="1005840" rtl="0" eaLnBrk="1" latinLnBrk="0" hangingPunct="1">
        <a:lnSpc>
          <a:spcPct val="90000"/>
        </a:lnSpc>
        <a:spcBef>
          <a:spcPts val="220"/>
        </a:spcBef>
        <a:spcAft>
          <a:spcPts val="440"/>
        </a:spcAft>
        <a:buClr>
          <a:schemeClr val="accent1"/>
        </a:buClr>
        <a:buFont typeface="Calibri" pitchFamily="34" charset="0"/>
        <a:buChar char="◦"/>
        <a:defRPr sz="154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824789" indent="-201168" algn="l" defTabSz="1005840" rtl="0" eaLnBrk="1" latinLnBrk="0" hangingPunct="1">
        <a:lnSpc>
          <a:spcPct val="90000"/>
        </a:lnSpc>
        <a:spcBef>
          <a:spcPts val="220"/>
        </a:spcBef>
        <a:spcAft>
          <a:spcPts val="440"/>
        </a:spcAft>
        <a:buClr>
          <a:schemeClr val="accent1"/>
        </a:buClr>
        <a:buFont typeface="Calibri" pitchFamily="34" charset="0"/>
        <a:buChar char="◦"/>
        <a:defRPr sz="154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025957" indent="-201168" algn="l" defTabSz="1005840" rtl="0" eaLnBrk="1" latinLnBrk="0" hangingPunct="1">
        <a:lnSpc>
          <a:spcPct val="90000"/>
        </a:lnSpc>
        <a:spcBef>
          <a:spcPts val="220"/>
        </a:spcBef>
        <a:spcAft>
          <a:spcPts val="440"/>
        </a:spcAft>
        <a:buClr>
          <a:schemeClr val="accent1"/>
        </a:buClr>
        <a:buFont typeface="Calibri" pitchFamily="34" charset="0"/>
        <a:buChar char="◦"/>
        <a:defRPr sz="154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210000" indent="-251460" algn="l" defTabSz="1005840" rtl="0" eaLnBrk="1" latinLnBrk="0" hangingPunct="1">
        <a:lnSpc>
          <a:spcPct val="90000"/>
        </a:lnSpc>
        <a:spcBef>
          <a:spcPts val="220"/>
        </a:spcBef>
        <a:spcAft>
          <a:spcPts val="440"/>
        </a:spcAft>
        <a:buClr>
          <a:schemeClr val="accent1"/>
        </a:buClr>
        <a:buFont typeface="Calibri" pitchFamily="34" charset="0"/>
        <a:buChar char="◦"/>
        <a:defRPr sz="154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430000" indent="-251460" algn="l" defTabSz="1005840" rtl="0" eaLnBrk="1" latinLnBrk="0" hangingPunct="1">
        <a:lnSpc>
          <a:spcPct val="90000"/>
        </a:lnSpc>
        <a:spcBef>
          <a:spcPts val="220"/>
        </a:spcBef>
        <a:spcAft>
          <a:spcPts val="440"/>
        </a:spcAft>
        <a:buClr>
          <a:schemeClr val="accent1"/>
        </a:buClr>
        <a:buFont typeface="Calibri" pitchFamily="34" charset="0"/>
        <a:buChar char="◦"/>
        <a:defRPr sz="154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650000" indent="-251460" algn="l" defTabSz="1005840" rtl="0" eaLnBrk="1" latinLnBrk="0" hangingPunct="1">
        <a:lnSpc>
          <a:spcPct val="90000"/>
        </a:lnSpc>
        <a:spcBef>
          <a:spcPts val="220"/>
        </a:spcBef>
        <a:spcAft>
          <a:spcPts val="440"/>
        </a:spcAft>
        <a:buClr>
          <a:schemeClr val="accent1"/>
        </a:buClr>
        <a:buFont typeface="Calibri" pitchFamily="34" charset="0"/>
        <a:buChar char="◦"/>
        <a:defRPr sz="154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870000" indent="-251460" algn="l" defTabSz="1005840" rtl="0" eaLnBrk="1" latinLnBrk="0" hangingPunct="1">
        <a:lnSpc>
          <a:spcPct val="90000"/>
        </a:lnSpc>
        <a:spcBef>
          <a:spcPts val="220"/>
        </a:spcBef>
        <a:spcAft>
          <a:spcPts val="440"/>
        </a:spcAft>
        <a:buClr>
          <a:schemeClr val="accent1"/>
        </a:buClr>
        <a:buFont typeface="Calibri" pitchFamily="34" charset="0"/>
        <a:buChar char="◦"/>
        <a:defRPr sz="154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3pPr>
      <a:lvl4pPr marL="15087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01168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0175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5204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0233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hmadNawaz110/CE313-Computer-Commincation-and-Network-Spring-2026-/tree/main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4" Type="http://schemas.openxmlformats.org/officeDocument/2006/relationships/hyperlink" Target="mailto:Engr.ahmad.nawaz@giki.edu.pk" TargetMode="Externa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10" Type="http://schemas.openxmlformats.org/officeDocument/2006/relationships/image" Target="../media/image31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7" Type="http://schemas.openxmlformats.org/officeDocument/2006/relationships/image" Target="../media/image48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60.png"/><Relationship Id="rId7" Type="http://schemas.openxmlformats.org/officeDocument/2006/relationships/image" Target="../media/image64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67.png"/><Relationship Id="rId4" Type="http://schemas.openxmlformats.org/officeDocument/2006/relationships/image" Target="../media/image20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9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7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9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48.png"/><Relationship Id="rId4" Type="http://schemas.openxmlformats.org/officeDocument/2006/relationships/image" Target="../media/image81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9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9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9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9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9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9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13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hyperlink" Target="http://www.omnisecu.com/tcpip/internet-layer-ip-addresses.php" TargetMode="External"/><Relationship Id="rId1" Type="http://schemas.openxmlformats.org/officeDocument/2006/relationships/slideLayout" Target="../slideLayouts/slideLayout9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jpg"/><Relationship Id="rId2" Type="http://schemas.openxmlformats.org/officeDocument/2006/relationships/hyperlink" Target="http://www.omnisecu.com/tcpip/internet-layer-ip-addresses.php" TargetMode="External"/><Relationship Id="rId1" Type="http://schemas.openxmlformats.org/officeDocument/2006/relationships/slideLayout" Target="../slideLayouts/slideLayout9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jpg"/><Relationship Id="rId1" Type="http://schemas.openxmlformats.org/officeDocument/2006/relationships/slideLayout" Target="../slideLayouts/slideLayout13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9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9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48.png"/><Relationship Id="rId5" Type="http://schemas.openxmlformats.org/officeDocument/2006/relationships/image" Target="../media/image100.png"/><Relationship Id="rId4" Type="http://schemas.openxmlformats.org/officeDocument/2006/relationships/image" Target="../media/image99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14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13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9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9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9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2246765"/>
            <a:ext cx="9718158" cy="4068607"/>
          </a:xfrm>
          <a:prstGeom prst="rect">
            <a:avLst/>
          </a:prstGeom>
        </p:spPr>
        <p:txBody>
          <a:bodyPr vert="horz" wrap="square" lIns="0" tIns="96259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R="3929" indent="2407448" algn="ctr">
              <a:lnSpc>
                <a:spcPts val="5336"/>
              </a:lnSpc>
              <a:spcBef>
                <a:spcPts val="758"/>
              </a:spcBef>
            </a:pPr>
            <a:r>
              <a:rPr lang="x-none" sz="2200" spc="-3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br>
              <a:rPr lang="x-none" spc="-31" dirty="0">
                <a:solidFill>
                  <a:schemeClr val="accent2">
                    <a:lumMod val="75000"/>
                  </a:schemeClr>
                </a:solidFill>
              </a:rPr>
            </a:br>
            <a:r>
              <a:rPr spc="-182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pc="-85" dirty="0">
                <a:solidFill>
                  <a:schemeClr val="accent2">
                    <a:lumMod val="75000"/>
                  </a:schemeClr>
                </a:solidFill>
              </a:rPr>
              <a:t>Network </a:t>
            </a:r>
            <a:r>
              <a:rPr spc="-85" dirty="0">
                <a:solidFill>
                  <a:schemeClr val="accent2">
                    <a:lumMod val="75000"/>
                  </a:schemeClr>
                </a:solidFill>
              </a:rPr>
              <a:t>Layer</a:t>
            </a:r>
            <a:r>
              <a:rPr lang="en-US" spc="-85" dirty="0">
                <a:solidFill>
                  <a:schemeClr val="accent2">
                    <a:lumMod val="75000"/>
                  </a:schemeClr>
                </a:solidFill>
              </a:rPr>
              <a:t>: IP </a:t>
            </a:r>
            <a:r>
              <a:rPr lang="en-US" spc="-85" dirty="0" err="1">
                <a:solidFill>
                  <a:schemeClr val="accent2">
                    <a:lumMod val="75000"/>
                  </a:schemeClr>
                </a:solidFill>
              </a:rPr>
              <a:t>Addressesing</a:t>
            </a:r>
            <a:br>
              <a:rPr lang="en-US" spc="-85" dirty="0">
                <a:solidFill>
                  <a:schemeClr val="accent2">
                    <a:lumMod val="75000"/>
                  </a:schemeClr>
                </a:solidFill>
              </a:rPr>
            </a:br>
            <a:r>
              <a:rPr lang="en-US" altLang="en-US" sz="4000" dirty="0">
                <a:hlinkClick r:id="rId3"/>
              </a:rPr>
              <a:t> </a:t>
            </a:r>
            <a:r>
              <a:rPr lang="en-US" altLang="en-US" sz="2000" dirty="0">
                <a:hlinkClick r:id="rId3"/>
              </a:rPr>
              <a:t>GitHub - AhmadNawaz110/CE313-Computer-Commincation-and-Network-Spring-2026-</a:t>
            </a:r>
            <a:br>
              <a:rPr lang="x-none" spc="-85" dirty="0">
                <a:solidFill>
                  <a:schemeClr val="accent2">
                    <a:lumMod val="75000"/>
                  </a:schemeClr>
                </a:solidFill>
              </a:rPr>
            </a:br>
            <a:br>
              <a:rPr lang="x-none" spc="-85" dirty="0">
                <a:solidFill>
                  <a:schemeClr val="accent2">
                    <a:lumMod val="75000"/>
                  </a:schemeClr>
                </a:solidFill>
              </a:rPr>
            </a:br>
            <a:br>
              <a:rPr lang="x-none" spc="20" dirty="0">
                <a:solidFill>
                  <a:schemeClr val="accent2">
                    <a:lumMod val="75000"/>
                  </a:schemeClr>
                </a:solidFill>
              </a:rPr>
            </a:br>
            <a:r>
              <a:rPr lang="x-none" sz="1870" spc="2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endParaRPr sz="1870" spc="2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68757">
              <a:lnSpc>
                <a:spcPts val="1025"/>
              </a:lnSpc>
            </a:pPr>
            <a:fld id="{81D60167-4931-47E6-BA6A-407CBD079E47}" type="slidenum">
              <a:rPr lang="mr-IN" smtClean="0"/>
              <a:pPr marL="68757">
                <a:lnSpc>
                  <a:spcPts val="1025"/>
                </a:lnSpc>
              </a:pPr>
              <a:t>1</a:t>
            </a:fld>
            <a:endParaRPr lang="mr-IN" dirty="0"/>
          </a:p>
        </p:txBody>
      </p:sp>
      <p:sp>
        <p:nvSpPr>
          <p:cNvPr id="4" name="TextBox 3"/>
          <p:cNvSpPr txBox="1"/>
          <p:nvPr/>
        </p:nvSpPr>
        <p:spPr>
          <a:xfrm>
            <a:off x="536909" y="6623447"/>
            <a:ext cx="142886" cy="348412"/>
          </a:xfrm>
          <a:prstGeom prst="rect">
            <a:avLst/>
          </a:prstGeom>
          <a:noFill/>
        </p:spPr>
        <p:txBody>
          <a:bodyPr wrap="none" lIns="70720" tIns="35361" rIns="70720" bIns="35361" rtlCol="0">
            <a:spAutoFit/>
          </a:bodyPr>
          <a:lstStyle/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2380302" y="880468"/>
            <a:ext cx="6474683" cy="925493"/>
          </a:xfrm>
          <a:prstGeom prst="rect">
            <a:avLst/>
          </a:prstGeom>
          <a:noFill/>
        </p:spPr>
        <p:txBody>
          <a:bodyPr wrap="none" lIns="70720" tIns="35361" rIns="70720" bIns="35361" rtlCol="0">
            <a:spAutoFit/>
          </a:bodyPr>
          <a:lstStyle/>
          <a:p>
            <a:pPr algn="ctr"/>
            <a:r>
              <a:rPr lang="en-US" sz="2750" spc="-31" dirty="0"/>
              <a:t>CE313</a:t>
            </a:r>
            <a:endParaRPr lang="x-none" sz="2750" spc="-31" dirty="0"/>
          </a:p>
          <a:p>
            <a:pPr algn="ctr"/>
            <a:r>
              <a:rPr lang="en-US" altLang="en-US" sz="2800" dirty="0"/>
              <a:t>Computer Communication &amp; Networks</a:t>
            </a:r>
            <a:endParaRPr lang="en-US" sz="2750" dirty="0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544EE8A7-F4DB-4037-9AF4-5C6695C81C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654" y="5743872"/>
            <a:ext cx="91440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44488" indent="-325438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671513" indent="-350838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023938" indent="-315913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341438" indent="-339725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798638" indent="-33972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55838" indent="-33972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713038" indent="-33972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170238" indent="-33972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en-US" sz="2000" b="0" dirty="0"/>
          </a:p>
          <a:p>
            <a:pPr algn="ctr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000" b="0" dirty="0"/>
              <a:t>Engr. M Ahmad Nawaz</a:t>
            </a:r>
          </a:p>
          <a:p>
            <a:pPr algn="ctr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000" b="0" dirty="0">
                <a:hlinkClick r:id="rId4"/>
              </a:rPr>
              <a:t>Engr.ahmad.nawaz@giki.edu.pk</a:t>
            </a:r>
            <a:endParaRPr lang="en-US" altLang="en-US" sz="2000" b="0" dirty="0"/>
          </a:p>
          <a:p>
            <a:pPr algn="ctr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en-US" sz="2000" b="0" dirty="0"/>
          </a:p>
        </p:txBody>
      </p:sp>
    </p:spTree>
    <p:extLst>
      <p:ext uri="{BB962C8B-B14F-4D97-AF65-F5344CB8AC3E}">
        <p14:creationId xmlns:p14="http://schemas.microsoft.com/office/powerpoint/2010/main" val="165928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115853" y="2445317"/>
            <a:ext cx="8612505" cy="4945380"/>
            <a:chOff x="1014412" y="2391155"/>
            <a:chExt cx="7829550" cy="4495800"/>
          </a:xfrm>
        </p:grpSpPr>
        <p:sp>
          <p:nvSpPr>
            <p:cNvPr id="3" name="object 3"/>
            <p:cNvSpPr/>
            <p:nvPr/>
          </p:nvSpPr>
          <p:spPr>
            <a:xfrm>
              <a:off x="1187450" y="2492374"/>
              <a:ext cx="7239000" cy="1797050"/>
            </a:xfrm>
            <a:custGeom>
              <a:avLst/>
              <a:gdLst/>
              <a:ahLst/>
              <a:cxnLst/>
              <a:rect l="l" t="t" r="r" b="b"/>
              <a:pathLst>
                <a:path w="7239000" h="1797050">
                  <a:moveTo>
                    <a:pt x="7239000" y="0"/>
                  </a:moveTo>
                  <a:lnTo>
                    <a:pt x="0" y="0"/>
                  </a:lnTo>
                  <a:lnTo>
                    <a:pt x="0" y="1797050"/>
                  </a:lnTo>
                  <a:lnTo>
                    <a:pt x="7239000" y="1797050"/>
                  </a:lnTo>
                  <a:lnTo>
                    <a:pt x="7239000" y="0"/>
                  </a:lnTo>
                  <a:close/>
                </a:path>
              </a:pathLst>
            </a:custGeom>
            <a:solidFill>
              <a:srgbClr val="99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187450" y="2492374"/>
              <a:ext cx="7239000" cy="1797050"/>
            </a:xfrm>
            <a:custGeom>
              <a:avLst/>
              <a:gdLst/>
              <a:ahLst/>
              <a:cxnLst/>
              <a:rect l="l" t="t" r="r" b="b"/>
              <a:pathLst>
                <a:path w="7239000" h="1797050">
                  <a:moveTo>
                    <a:pt x="0" y="1797050"/>
                  </a:moveTo>
                  <a:lnTo>
                    <a:pt x="7239000" y="1797050"/>
                  </a:lnTo>
                  <a:lnTo>
                    <a:pt x="7239000" y="0"/>
                  </a:lnTo>
                  <a:lnTo>
                    <a:pt x="0" y="0"/>
                  </a:lnTo>
                  <a:lnTo>
                    <a:pt x="0" y="1797050"/>
                  </a:lnTo>
                  <a:close/>
                </a:path>
              </a:pathLst>
            </a:custGeom>
            <a:ln w="57150">
              <a:solidFill>
                <a:srgbClr val="FF33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816351" y="2391155"/>
              <a:ext cx="4126992" cy="101193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976116" y="2939795"/>
              <a:ext cx="1057656" cy="101193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433315" y="2939795"/>
              <a:ext cx="752856" cy="1011935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585715" y="2939795"/>
              <a:ext cx="1197864" cy="1011935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753611" y="3488436"/>
              <a:ext cx="2138172" cy="1011936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042987" y="5060950"/>
              <a:ext cx="7772400" cy="1797050"/>
            </a:xfrm>
            <a:custGeom>
              <a:avLst/>
              <a:gdLst/>
              <a:ahLst/>
              <a:cxnLst/>
              <a:rect l="l" t="t" r="r" b="b"/>
              <a:pathLst>
                <a:path w="7772400" h="1797050">
                  <a:moveTo>
                    <a:pt x="7772400" y="0"/>
                  </a:moveTo>
                  <a:lnTo>
                    <a:pt x="0" y="0"/>
                  </a:lnTo>
                  <a:lnTo>
                    <a:pt x="0" y="1797050"/>
                  </a:lnTo>
                  <a:lnTo>
                    <a:pt x="7772400" y="1797050"/>
                  </a:lnTo>
                  <a:lnTo>
                    <a:pt x="7772400" y="0"/>
                  </a:lnTo>
                  <a:close/>
                </a:path>
              </a:pathLst>
            </a:custGeom>
            <a:solidFill>
              <a:srgbClr val="99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42987" y="5060950"/>
              <a:ext cx="7772400" cy="1797050"/>
            </a:xfrm>
            <a:custGeom>
              <a:avLst/>
              <a:gdLst/>
              <a:ahLst/>
              <a:cxnLst/>
              <a:rect l="l" t="t" r="r" b="b"/>
              <a:pathLst>
                <a:path w="7772400" h="1797050">
                  <a:moveTo>
                    <a:pt x="0" y="1797050"/>
                  </a:moveTo>
                  <a:lnTo>
                    <a:pt x="7772400" y="1797050"/>
                  </a:lnTo>
                  <a:lnTo>
                    <a:pt x="7772400" y="0"/>
                  </a:lnTo>
                  <a:lnTo>
                    <a:pt x="0" y="0"/>
                  </a:lnTo>
                  <a:lnTo>
                    <a:pt x="0" y="1797050"/>
                  </a:lnTo>
                  <a:close/>
                </a:path>
              </a:pathLst>
            </a:custGeom>
            <a:ln w="57150">
              <a:solidFill>
                <a:srgbClr val="FF33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040379" y="4960620"/>
              <a:ext cx="3924300" cy="1011936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340352" y="5509260"/>
              <a:ext cx="1324355" cy="1011936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927348" y="6057900"/>
              <a:ext cx="2036064" cy="800100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781396" y="730151"/>
            <a:ext cx="7422835" cy="960438"/>
            <a:chOff x="1471612" y="831913"/>
            <a:chExt cx="5986780" cy="873125"/>
          </a:xfrm>
        </p:grpSpPr>
        <p:sp>
          <p:nvSpPr>
            <p:cNvPr id="16" name="object 16"/>
            <p:cNvSpPr/>
            <p:nvPr/>
          </p:nvSpPr>
          <p:spPr>
            <a:xfrm>
              <a:off x="1476375" y="836675"/>
              <a:ext cx="5977255" cy="863600"/>
            </a:xfrm>
            <a:custGeom>
              <a:avLst/>
              <a:gdLst/>
              <a:ahLst/>
              <a:cxnLst/>
              <a:rect l="l" t="t" r="r" b="b"/>
              <a:pathLst>
                <a:path w="5977255" h="863600">
                  <a:moveTo>
                    <a:pt x="5832983" y="0"/>
                  </a:moveTo>
                  <a:lnTo>
                    <a:pt x="143890" y="0"/>
                  </a:lnTo>
                  <a:lnTo>
                    <a:pt x="98397" y="7332"/>
                  </a:lnTo>
                  <a:lnTo>
                    <a:pt x="58896" y="27753"/>
                  </a:lnTo>
                  <a:lnTo>
                    <a:pt x="27753" y="58896"/>
                  </a:lnTo>
                  <a:lnTo>
                    <a:pt x="7332" y="98397"/>
                  </a:lnTo>
                  <a:lnTo>
                    <a:pt x="0" y="143890"/>
                  </a:lnTo>
                  <a:lnTo>
                    <a:pt x="0" y="719582"/>
                  </a:lnTo>
                  <a:lnTo>
                    <a:pt x="7332" y="765088"/>
                  </a:lnTo>
                  <a:lnTo>
                    <a:pt x="27753" y="804621"/>
                  </a:lnTo>
                  <a:lnTo>
                    <a:pt x="58896" y="835802"/>
                  </a:lnTo>
                  <a:lnTo>
                    <a:pt x="98397" y="856254"/>
                  </a:lnTo>
                  <a:lnTo>
                    <a:pt x="143890" y="863600"/>
                  </a:lnTo>
                  <a:lnTo>
                    <a:pt x="5832983" y="863600"/>
                  </a:lnTo>
                  <a:lnTo>
                    <a:pt x="5878489" y="856254"/>
                  </a:lnTo>
                  <a:lnTo>
                    <a:pt x="5918022" y="835802"/>
                  </a:lnTo>
                  <a:lnTo>
                    <a:pt x="5949203" y="804621"/>
                  </a:lnTo>
                  <a:lnTo>
                    <a:pt x="5969655" y="765088"/>
                  </a:lnTo>
                  <a:lnTo>
                    <a:pt x="5977001" y="719582"/>
                  </a:lnTo>
                  <a:lnTo>
                    <a:pt x="5977001" y="143890"/>
                  </a:lnTo>
                  <a:lnTo>
                    <a:pt x="5969655" y="98397"/>
                  </a:lnTo>
                  <a:lnTo>
                    <a:pt x="5949203" y="58896"/>
                  </a:lnTo>
                  <a:lnTo>
                    <a:pt x="5918022" y="27753"/>
                  </a:lnTo>
                  <a:lnTo>
                    <a:pt x="5878489" y="7332"/>
                  </a:lnTo>
                  <a:lnTo>
                    <a:pt x="583298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476375" y="836675"/>
              <a:ext cx="5977255" cy="863600"/>
            </a:xfrm>
            <a:custGeom>
              <a:avLst/>
              <a:gdLst/>
              <a:ahLst/>
              <a:cxnLst/>
              <a:rect l="l" t="t" r="r" b="b"/>
              <a:pathLst>
                <a:path w="5977255" h="863600">
                  <a:moveTo>
                    <a:pt x="0" y="143890"/>
                  </a:moveTo>
                  <a:lnTo>
                    <a:pt x="7332" y="98397"/>
                  </a:lnTo>
                  <a:lnTo>
                    <a:pt x="27753" y="58896"/>
                  </a:lnTo>
                  <a:lnTo>
                    <a:pt x="58896" y="27753"/>
                  </a:lnTo>
                  <a:lnTo>
                    <a:pt x="98397" y="7332"/>
                  </a:lnTo>
                  <a:lnTo>
                    <a:pt x="143890" y="0"/>
                  </a:lnTo>
                  <a:lnTo>
                    <a:pt x="5832983" y="0"/>
                  </a:lnTo>
                  <a:lnTo>
                    <a:pt x="5878489" y="7332"/>
                  </a:lnTo>
                  <a:lnTo>
                    <a:pt x="5918022" y="27753"/>
                  </a:lnTo>
                  <a:lnTo>
                    <a:pt x="5949203" y="58896"/>
                  </a:lnTo>
                  <a:lnTo>
                    <a:pt x="5969655" y="98397"/>
                  </a:lnTo>
                  <a:lnTo>
                    <a:pt x="5977001" y="143890"/>
                  </a:lnTo>
                  <a:lnTo>
                    <a:pt x="5977001" y="719582"/>
                  </a:lnTo>
                  <a:lnTo>
                    <a:pt x="5969655" y="765088"/>
                  </a:lnTo>
                  <a:lnTo>
                    <a:pt x="5949203" y="804621"/>
                  </a:lnTo>
                  <a:lnTo>
                    <a:pt x="5918022" y="835802"/>
                  </a:lnTo>
                  <a:lnTo>
                    <a:pt x="5878489" y="856254"/>
                  </a:lnTo>
                  <a:lnTo>
                    <a:pt x="5832983" y="863600"/>
                  </a:lnTo>
                  <a:lnTo>
                    <a:pt x="143890" y="863600"/>
                  </a:lnTo>
                  <a:lnTo>
                    <a:pt x="98397" y="856254"/>
                  </a:lnTo>
                  <a:lnTo>
                    <a:pt x="58896" y="835802"/>
                  </a:lnTo>
                  <a:lnTo>
                    <a:pt x="27753" y="804621"/>
                  </a:lnTo>
                  <a:lnTo>
                    <a:pt x="7332" y="765088"/>
                  </a:lnTo>
                  <a:lnTo>
                    <a:pt x="0" y="719582"/>
                  </a:lnTo>
                  <a:lnTo>
                    <a:pt x="0" y="143890"/>
                  </a:lnTo>
                  <a:close/>
                </a:path>
              </a:pathLst>
            </a:custGeom>
            <a:ln w="9525">
              <a:solidFill>
                <a:srgbClr val="0033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xfrm>
            <a:off x="1101615" y="850111"/>
            <a:ext cx="6895232" cy="690510"/>
          </a:xfrm>
          <a:prstGeom prst="rect">
            <a:avLst/>
          </a:prstGeom>
        </p:spPr>
        <p:txBody>
          <a:bodyPr vert="horz" wrap="square" lIns="0" tIns="13272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3970">
              <a:spcBef>
                <a:spcPts val="105"/>
              </a:spcBef>
            </a:pPr>
            <a:r>
              <a:rPr sz="4400" spc="-6" dirty="0">
                <a:latin typeface="Arial"/>
                <a:cs typeface="Arial"/>
              </a:rPr>
              <a:t>What is an </a:t>
            </a:r>
            <a:r>
              <a:rPr sz="4400" dirty="0">
                <a:latin typeface="Arial"/>
                <a:cs typeface="Arial"/>
              </a:rPr>
              <a:t>IP</a:t>
            </a:r>
            <a:r>
              <a:rPr lang="en-US" sz="4400" dirty="0">
                <a:latin typeface="Arial"/>
                <a:cs typeface="Arial"/>
              </a:rPr>
              <a:t>V4</a:t>
            </a:r>
            <a:r>
              <a:rPr sz="4400" spc="-352" dirty="0">
                <a:latin typeface="Arial"/>
                <a:cs typeface="Arial"/>
              </a:rPr>
              <a:t> </a:t>
            </a:r>
            <a:r>
              <a:rPr sz="4400" spc="-6" dirty="0">
                <a:latin typeface="Arial"/>
                <a:cs typeface="Arial"/>
              </a:rPr>
              <a:t>Address?</a:t>
            </a:r>
            <a:endParaRPr sz="4400" dirty="0">
              <a:latin typeface="Arial"/>
              <a:cs typeface="Arial"/>
            </a:endParaRP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0B12A4A9-BA3F-A045-8005-474B97CD2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724990" y="7215948"/>
            <a:ext cx="309981" cy="215444"/>
          </a:xfrm>
        </p:spPr>
        <p:txBody>
          <a:bodyPr/>
          <a:lstStyle/>
          <a:p>
            <a:fld id="{8030269B-3FF7-874D-8ED1-2D9E2506D078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20" name="object 20"/>
          <p:cNvSpPr/>
          <p:nvPr/>
        </p:nvSpPr>
        <p:spPr>
          <a:xfrm>
            <a:off x="4316731" y="4774396"/>
            <a:ext cx="1583779" cy="474980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51460" y="2216505"/>
            <a:ext cx="8303768" cy="3602862"/>
            <a:chOff x="228600" y="1911095"/>
            <a:chExt cx="7548880" cy="3275329"/>
          </a:xfrm>
        </p:grpSpPr>
        <p:sp>
          <p:nvSpPr>
            <p:cNvPr id="3" name="object 3"/>
            <p:cNvSpPr/>
            <p:nvPr/>
          </p:nvSpPr>
          <p:spPr>
            <a:xfrm>
              <a:off x="768095" y="1911095"/>
              <a:ext cx="6998208" cy="326440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14400" y="2057399"/>
              <a:ext cx="6858000" cy="3124200"/>
            </a:xfrm>
            <a:custGeom>
              <a:avLst/>
              <a:gdLst/>
              <a:ahLst/>
              <a:cxnLst/>
              <a:rect l="l" t="t" r="r" b="b"/>
              <a:pathLst>
                <a:path w="6858000" h="3124200">
                  <a:moveTo>
                    <a:pt x="6858000" y="0"/>
                  </a:moveTo>
                  <a:lnTo>
                    <a:pt x="0" y="0"/>
                  </a:lnTo>
                  <a:lnTo>
                    <a:pt x="0" y="3124200"/>
                  </a:lnTo>
                  <a:lnTo>
                    <a:pt x="6858000" y="3124200"/>
                  </a:lnTo>
                  <a:lnTo>
                    <a:pt x="6858000" y="0"/>
                  </a:lnTo>
                  <a:close/>
                </a:path>
              </a:pathLst>
            </a:custGeom>
            <a:solidFill>
              <a:srgbClr val="99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14400" y="2057399"/>
              <a:ext cx="6858000" cy="3124200"/>
            </a:xfrm>
            <a:custGeom>
              <a:avLst/>
              <a:gdLst/>
              <a:ahLst/>
              <a:cxnLst/>
              <a:rect l="l" t="t" r="r" b="b"/>
              <a:pathLst>
                <a:path w="6858000" h="3124200">
                  <a:moveTo>
                    <a:pt x="0" y="3124200"/>
                  </a:moveTo>
                  <a:lnTo>
                    <a:pt x="6858000" y="3124200"/>
                  </a:lnTo>
                  <a:lnTo>
                    <a:pt x="6858000" y="0"/>
                  </a:lnTo>
                  <a:lnTo>
                    <a:pt x="0" y="0"/>
                  </a:lnTo>
                  <a:lnTo>
                    <a:pt x="0" y="3124200"/>
                  </a:lnTo>
                  <a:close/>
                </a:path>
              </a:pathLst>
            </a:custGeom>
            <a:ln w="9525">
              <a:solidFill>
                <a:srgbClr val="0033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242995" y="1314670"/>
            <a:ext cx="4205669" cy="826637"/>
          </a:xfrm>
          <a:prstGeom prst="rect">
            <a:avLst/>
          </a:prstGeom>
        </p:spPr>
        <p:txBody>
          <a:bodyPr vert="horz" wrap="square" lIns="0" tIns="1397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3970">
              <a:spcBef>
                <a:spcPts val="110"/>
              </a:spcBef>
            </a:pPr>
            <a:r>
              <a:rPr sz="5280" b="1" spc="-17" dirty="0">
                <a:latin typeface="Times New Roman"/>
                <a:cs typeface="Times New Roman"/>
              </a:rPr>
              <a:t>Address</a:t>
            </a:r>
            <a:r>
              <a:rPr sz="5280" b="1" spc="-77" dirty="0">
                <a:latin typeface="Times New Roman"/>
                <a:cs typeface="Times New Roman"/>
              </a:rPr>
              <a:t> </a:t>
            </a:r>
            <a:r>
              <a:rPr sz="5280" b="1" spc="-6" dirty="0">
                <a:latin typeface="Times New Roman"/>
                <a:cs typeface="Times New Roman"/>
              </a:rPr>
              <a:t>Space</a:t>
            </a:r>
            <a:endParaRPr sz="5280">
              <a:latin typeface="Times New Roman"/>
              <a:cs typeface="Times New Roman"/>
            </a:endParaRPr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80A3C8F9-24FA-BB4E-AD1F-2CB66EBE3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0269B-3FF7-874D-8ED1-2D9E2506D078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7" name="object 7"/>
          <p:cNvSpPr txBox="1"/>
          <p:nvPr/>
        </p:nvSpPr>
        <p:spPr>
          <a:xfrm>
            <a:off x="4994275" y="2939802"/>
            <a:ext cx="1444498" cy="578363"/>
          </a:xfrm>
          <a:prstGeom prst="rect">
            <a:avLst/>
          </a:prstGeom>
          <a:solidFill>
            <a:srgbClr val="6666FF"/>
          </a:solidFill>
        </p:spPr>
        <p:txBody>
          <a:bodyPr vert="horz" wrap="square" lIns="0" tIns="36322" rIns="0" bIns="0" rtlCol="0">
            <a:spAutoFit/>
          </a:bodyPr>
          <a:lstStyle/>
          <a:p>
            <a:pPr marL="101283">
              <a:spcBef>
                <a:spcPts val="286"/>
              </a:spcBef>
            </a:pPr>
            <a:r>
              <a:rPr sz="3520" dirty="0">
                <a:solidFill>
                  <a:srgbClr val="FFFFFF"/>
                </a:solidFill>
                <a:latin typeface="Times New Roman"/>
                <a:cs typeface="Times New Roman"/>
              </a:rPr>
              <a:t>addr15</a:t>
            </a:r>
            <a:endParaRPr sz="352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257300" y="2520702"/>
            <a:ext cx="1220978" cy="637731"/>
          </a:xfrm>
          <a:custGeom>
            <a:avLst/>
            <a:gdLst/>
            <a:ahLst/>
            <a:cxnLst/>
            <a:rect l="l" t="t" r="r" b="b"/>
            <a:pathLst>
              <a:path w="1109980" h="579755">
                <a:moveTo>
                  <a:pt x="1109662" y="0"/>
                </a:moveTo>
                <a:lnTo>
                  <a:pt x="0" y="0"/>
                </a:lnTo>
                <a:lnTo>
                  <a:pt x="0" y="579437"/>
                </a:lnTo>
                <a:lnTo>
                  <a:pt x="1109662" y="579437"/>
                </a:lnTo>
                <a:lnTo>
                  <a:pt x="1109662" y="0"/>
                </a:lnTo>
                <a:close/>
              </a:path>
            </a:pathLst>
          </a:custGeom>
          <a:solidFill>
            <a:srgbClr val="6666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344249" y="2542565"/>
            <a:ext cx="1049146" cy="556499"/>
          </a:xfrm>
          <a:prstGeom prst="rect">
            <a:avLst/>
          </a:prstGeom>
        </p:spPr>
        <p:txBody>
          <a:bodyPr vert="horz" wrap="square" lIns="0" tIns="14669" rIns="0" bIns="0" rtlCol="0">
            <a:spAutoFit/>
          </a:bodyPr>
          <a:lstStyle/>
          <a:p>
            <a:pPr marL="13970">
              <a:spcBef>
                <a:spcPts val="116"/>
              </a:spcBef>
            </a:pPr>
            <a:r>
              <a:rPr sz="352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3520" spc="6" dirty="0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sz="3520" dirty="0">
                <a:solidFill>
                  <a:srgbClr val="FFFFFF"/>
                </a:solidFill>
                <a:latin typeface="Times New Roman"/>
                <a:cs typeface="Times New Roman"/>
              </a:rPr>
              <a:t>dr1</a:t>
            </a:r>
            <a:endParaRPr sz="352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011680" y="3191262"/>
            <a:ext cx="1220978" cy="637731"/>
          </a:xfrm>
          <a:custGeom>
            <a:avLst/>
            <a:gdLst/>
            <a:ahLst/>
            <a:cxnLst/>
            <a:rect l="l" t="t" r="r" b="b"/>
            <a:pathLst>
              <a:path w="1109980" h="579754">
                <a:moveTo>
                  <a:pt x="1109662" y="0"/>
                </a:moveTo>
                <a:lnTo>
                  <a:pt x="0" y="0"/>
                </a:lnTo>
                <a:lnTo>
                  <a:pt x="0" y="579437"/>
                </a:lnTo>
                <a:lnTo>
                  <a:pt x="1109662" y="579437"/>
                </a:lnTo>
                <a:lnTo>
                  <a:pt x="1109662" y="0"/>
                </a:lnTo>
                <a:close/>
              </a:path>
            </a:pathLst>
          </a:custGeom>
          <a:solidFill>
            <a:srgbClr val="6666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098574" y="3213070"/>
            <a:ext cx="1049846" cy="556499"/>
          </a:xfrm>
          <a:prstGeom prst="rect">
            <a:avLst/>
          </a:prstGeom>
        </p:spPr>
        <p:txBody>
          <a:bodyPr vert="horz" wrap="square" lIns="0" tIns="14669" rIns="0" bIns="0" rtlCol="0">
            <a:spAutoFit/>
          </a:bodyPr>
          <a:lstStyle/>
          <a:p>
            <a:pPr marL="13970">
              <a:spcBef>
                <a:spcPts val="116"/>
              </a:spcBef>
            </a:pPr>
            <a:r>
              <a:rPr sz="3520" dirty="0">
                <a:solidFill>
                  <a:srgbClr val="FFFFFF"/>
                </a:solidFill>
                <a:latin typeface="Times New Roman"/>
                <a:cs typeface="Times New Roman"/>
              </a:rPr>
              <a:t>ad</a:t>
            </a:r>
            <a:r>
              <a:rPr sz="3520" spc="6" dirty="0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sz="3520" dirty="0">
                <a:solidFill>
                  <a:srgbClr val="FFFFFF"/>
                </a:solidFill>
                <a:latin typeface="Times New Roman"/>
                <a:cs typeface="Times New Roman"/>
              </a:rPr>
              <a:t>r2</a:t>
            </a:r>
            <a:endParaRPr sz="352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777740" y="4338478"/>
            <a:ext cx="1444498" cy="578363"/>
          </a:xfrm>
          <a:prstGeom prst="rect">
            <a:avLst/>
          </a:prstGeom>
          <a:solidFill>
            <a:srgbClr val="6666FF"/>
          </a:solidFill>
        </p:spPr>
        <p:txBody>
          <a:bodyPr vert="horz" wrap="square" lIns="0" tIns="36322" rIns="0" bIns="0" rtlCol="0">
            <a:spAutoFit/>
          </a:bodyPr>
          <a:lstStyle/>
          <a:p>
            <a:pPr marL="101283">
              <a:spcBef>
                <a:spcPts val="286"/>
              </a:spcBef>
            </a:pPr>
            <a:r>
              <a:rPr sz="3520" dirty="0">
                <a:solidFill>
                  <a:srgbClr val="FFFFFF"/>
                </a:solidFill>
                <a:latin typeface="Times New Roman"/>
                <a:cs typeface="Times New Roman"/>
              </a:rPr>
              <a:t>addr41</a:t>
            </a:r>
            <a:endParaRPr sz="352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514600" y="4673759"/>
            <a:ext cx="1444498" cy="579069"/>
          </a:xfrm>
          <a:prstGeom prst="rect">
            <a:avLst/>
          </a:prstGeom>
          <a:solidFill>
            <a:srgbClr val="6666FF"/>
          </a:solidFill>
        </p:spPr>
        <p:txBody>
          <a:bodyPr vert="horz" wrap="square" lIns="0" tIns="37021" rIns="0" bIns="0" rtlCol="0">
            <a:spAutoFit/>
          </a:bodyPr>
          <a:lstStyle/>
          <a:p>
            <a:pPr marL="100584">
              <a:spcBef>
                <a:spcPts val="292"/>
              </a:spcBef>
            </a:pPr>
            <a:r>
              <a:rPr sz="3520" dirty="0">
                <a:solidFill>
                  <a:srgbClr val="FFFFFF"/>
                </a:solidFill>
                <a:latin typeface="Times New Roman"/>
                <a:cs typeface="Times New Roman"/>
              </a:rPr>
              <a:t>addr31</a:t>
            </a:r>
            <a:endParaRPr sz="352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621780" y="4280922"/>
            <a:ext cx="1668018" cy="579069"/>
          </a:xfrm>
          <a:prstGeom prst="rect">
            <a:avLst/>
          </a:prstGeom>
          <a:solidFill>
            <a:srgbClr val="6666FF"/>
          </a:solidFill>
        </p:spPr>
        <p:txBody>
          <a:bodyPr vert="horz" wrap="square" lIns="0" tIns="37021" rIns="0" bIns="0" rtlCol="0">
            <a:spAutoFit/>
          </a:bodyPr>
          <a:lstStyle/>
          <a:p>
            <a:pPr marL="101283">
              <a:spcBef>
                <a:spcPts val="292"/>
              </a:spcBef>
            </a:pPr>
            <a:r>
              <a:rPr sz="3520" dirty="0">
                <a:solidFill>
                  <a:srgbClr val="FFFFFF"/>
                </a:solidFill>
                <a:latin typeface="Times New Roman"/>
                <a:cs typeface="Times New Roman"/>
              </a:rPr>
              <a:t>addr226</a:t>
            </a:r>
            <a:endParaRPr sz="352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793191" y="3381045"/>
            <a:ext cx="2044510" cy="556499"/>
          </a:xfrm>
          <a:prstGeom prst="rect">
            <a:avLst/>
          </a:prstGeom>
        </p:spPr>
        <p:txBody>
          <a:bodyPr vert="horz" wrap="square" lIns="0" tIns="14669" rIns="0" bIns="0" rtlCol="0">
            <a:spAutoFit/>
          </a:bodyPr>
          <a:lstStyle/>
          <a:p>
            <a:pPr marL="13970">
              <a:spcBef>
                <a:spcPts val="116"/>
              </a:spcBef>
            </a:pPr>
            <a:r>
              <a:rPr sz="3520" dirty="0">
                <a:solidFill>
                  <a:srgbClr val="FFFFFF"/>
                </a:solidFill>
                <a:latin typeface="Times New Roman"/>
                <a:cs typeface="Times New Roman"/>
              </a:rPr>
              <a:t>…………..</a:t>
            </a:r>
            <a:endParaRPr sz="352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763294" y="3800144"/>
            <a:ext cx="2042413" cy="556499"/>
          </a:xfrm>
          <a:prstGeom prst="rect">
            <a:avLst/>
          </a:prstGeom>
        </p:spPr>
        <p:txBody>
          <a:bodyPr vert="horz" wrap="square" lIns="0" tIns="14669" rIns="0" bIns="0" rtlCol="0">
            <a:spAutoFit/>
          </a:bodyPr>
          <a:lstStyle/>
          <a:p>
            <a:pPr marL="13970">
              <a:spcBef>
                <a:spcPts val="116"/>
              </a:spcBef>
            </a:pPr>
            <a:r>
              <a:rPr sz="3520" dirty="0">
                <a:solidFill>
                  <a:srgbClr val="FFFFFF"/>
                </a:solidFill>
                <a:latin typeface="Times New Roman"/>
                <a:cs typeface="Times New Roman"/>
              </a:rPr>
              <a:t>…………..</a:t>
            </a:r>
            <a:endParaRPr sz="352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440113" y="2458745"/>
            <a:ext cx="2042413" cy="556499"/>
          </a:xfrm>
          <a:prstGeom prst="rect">
            <a:avLst/>
          </a:prstGeom>
        </p:spPr>
        <p:txBody>
          <a:bodyPr vert="horz" wrap="square" lIns="0" tIns="14669" rIns="0" bIns="0" rtlCol="0">
            <a:spAutoFit/>
          </a:bodyPr>
          <a:lstStyle/>
          <a:p>
            <a:pPr marL="13970">
              <a:spcBef>
                <a:spcPts val="116"/>
              </a:spcBef>
            </a:pPr>
            <a:r>
              <a:rPr sz="3520" dirty="0">
                <a:solidFill>
                  <a:srgbClr val="FFFFFF"/>
                </a:solidFill>
                <a:latin typeface="Times New Roman"/>
                <a:cs typeface="Times New Roman"/>
              </a:rPr>
              <a:t>…………..</a:t>
            </a:r>
            <a:endParaRPr sz="352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122631" y="2318905"/>
            <a:ext cx="1536700" cy="420371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3970">
              <a:spcBef>
                <a:spcPts val="110"/>
              </a:spcBef>
            </a:pPr>
            <a:r>
              <a:rPr sz="2640" dirty="0">
                <a:solidFill>
                  <a:srgbClr val="FFFFFF"/>
                </a:solidFill>
                <a:latin typeface="Times New Roman"/>
                <a:cs typeface="Times New Roman"/>
              </a:rPr>
              <a:t>…………..</a:t>
            </a:r>
            <a:endParaRPr sz="264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356293" y="3296890"/>
            <a:ext cx="2043811" cy="556499"/>
          </a:xfrm>
          <a:prstGeom prst="rect">
            <a:avLst/>
          </a:prstGeom>
        </p:spPr>
        <p:txBody>
          <a:bodyPr vert="horz" wrap="square" lIns="0" tIns="14669" rIns="0" bIns="0" rtlCol="0">
            <a:spAutoFit/>
          </a:bodyPr>
          <a:lstStyle/>
          <a:p>
            <a:pPr marL="13970">
              <a:spcBef>
                <a:spcPts val="116"/>
              </a:spcBef>
            </a:pPr>
            <a:r>
              <a:rPr sz="3520" dirty="0">
                <a:solidFill>
                  <a:srgbClr val="FFFFFF"/>
                </a:solidFill>
                <a:latin typeface="Times New Roman"/>
                <a:cs typeface="Times New Roman"/>
              </a:rPr>
              <a:t>…………..</a:t>
            </a:r>
            <a:endParaRPr sz="352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703531" y="4998490"/>
            <a:ext cx="2042413" cy="555793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3970">
              <a:spcBef>
                <a:spcPts val="110"/>
              </a:spcBef>
            </a:pPr>
            <a:r>
              <a:rPr sz="3520" dirty="0">
                <a:solidFill>
                  <a:srgbClr val="FFFFFF"/>
                </a:solidFill>
                <a:latin typeface="Times New Roman"/>
                <a:cs typeface="Times New Roman"/>
              </a:rPr>
              <a:t>…………..</a:t>
            </a:r>
            <a:endParaRPr sz="352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176609" y="5166130"/>
            <a:ext cx="2042413" cy="555793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3970">
              <a:spcBef>
                <a:spcPts val="110"/>
              </a:spcBef>
            </a:pPr>
            <a:r>
              <a:rPr sz="3520" dirty="0">
                <a:solidFill>
                  <a:srgbClr val="FFFFFF"/>
                </a:solidFill>
                <a:latin typeface="Times New Roman"/>
                <a:cs typeface="Times New Roman"/>
              </a:rPr>
              <a:t>…………..</a:t>
            </a:r>
            <a:endParaRPr sz="352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51460" y="1031290"/>
            <a:ext cx="8130540" cy="1613535"/>
            <a:chOff x="228600" y="833627"/>
            <a:chExt cx="7391400" cy="1466850"/>
          </a:xfrm>
        </p:grpSpPr>
        <p:sp>
          <p:nvSpPr>
            <p:cNvPr id="3" name="object 3"/>
            <p:cNvSpPr/>
            <p:nvPr/>
          </p:nvSpPr>
          <p:spPr>
            <a:xfrm>
              <a:off x="973836" y="833627"/>
              <a:ext cx="4329684" cy="134112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660391" y="833627"/>
              <a:ext cx="1808988" cy="134112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471599" y="1209741"/>
            <a:ext cx="5201730" cy="826637"/>
          </a:xfrm>
          <a:prstGeom prst="rect">
            <a:avLst/>
          </a:prstGeom>
        </p:spPr>
        <p:txBody>
          <a:bodyPr vert="horz" wrap="square" lIns="0" tIns="1397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3970">
              <a:spcBef>
                <a:spcPts val="110"/>
              </a:spcBef>
            </a:pPr>
            <a:r>
              <a:rPr sz="5280" b="1" i="1" dirty="0">
                <a:latin typeface="Times New Roman"/>
                <a:cs typeface="Times New Roman"/>
              </a:rPr>
              <a:t>Address space</a:t>
            </a:r>
            <a:r>
              <a:rPr sz="5280" b="1" i="1" spc="-138" dirty="0">
                <a:latin typeface="Times New Roman"/>
                <a:cs typeface="Times New Roman"/>
              </a:rPr>
              <a:t> </a:t>
            </a:r>
            <a:r>
              <a:rPr sz="5280" b="1" i="1" spc="-6" dirty="0">
                <a:latin typeface="Times New Roman"/>
                <a:cs typeface="Times New Roman"/>
              </a:rPr>
              <a:t>rule</a:t>
            </a:r>
            <a:endParaRPr sz="5280">
              <a:latin typeface="Times New Roman"/>
              <a:cs typeface="Times New Roman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35D0FE4-2144-CC49-8B10-D5A82DFC9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0269B-3FF7-874D-8ED1-2D9E2506D078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6" name="object 6"/>
          <p:cNvSpPr txBox="1"/>
          <p:nvPr/>
        </p:nvSpPr>
        <p:spPr>
          <a:xfrm>
            <a:off x="3440113" y="2458745"/>
            <a:ext cx="2042413" cy="556499"/>
          </a:xfrm>
          <a:prstGeom prst="rect">
            <a:avLst/>
          </a:prstGeom>
        </p:spPr>
        <p:txBody>
          <a:bodyPr vert="horz" wrap="square" lIns="0" tIns="14669" rIns="0" bIns="0" rtlCol="0">
            <a:spAutoFit/>
          </a:bodyPr>
          <a:lstStyle/>
          <a:p>
            <a:pPr marL="13970">
              <a:spcBef>
                <a:spcPts val="116"/>
              </a:spcBef>
            </a:pPr>
            <a:r>
              <a:rPr sz="3520" dirty="0">
                <a:solidFill>
                  <a:srgbClr val="FFFFFF"/>
                </a:solidFill>
                <a:latin typeface="Times New Roman"/>
                <a:cs typeface="Times New Roman"/>
              </a:rPr>
              <a:t>…………..</a:t>
            </a:r>
            <a:endParaRPr sz="352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122631" y="2318905"/>
            <a:ext cx="1536700" cy="420371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3970">
              <a:spcBef>
                <a:spcPts val="110"/>
              </a:spcBef>
            </a:pPr>
            <a:r>
              <a:rPr sz="2640" dirty="0">
                <a:solidFill>
                  <a:srgbClr val="FFFFFF"/>
                </a:solidFill>
                <a:latin typeface="Times New Roman"/>
                <a:cs typeface="Times New Roman"/>
              </a:rPr>
              <a:t>…………..</a:t>
            </a:r>
            <a:endParaRPr sz="264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65173" y="3308120"/>
            <a:ext cx="6265545" cy="2199320"/>
          </a:xfrm>
          <a:prstGeom prst="rect">
            <a:avLst/>
          </a:prstGeom>
          <a:ln w="57150">
            <a:solidFill>
              <a:srgbClr val="FF3300"/>
            </a:solidFill>
          </a:ln>
        </p:spPr>
        <p:txBody>
          <a:bodyPr vert="horz" wrap="square" lIns="0" tIns="9779" rIns="0" bIns="0" rtlCol="0">
            <a:spAutoFit/>
          </a:bodyPr>
          <a:lstStyle/>
          <a:p>
            <a:pPr marL="100584" marR="169037">
              <a:lnSpc>
                <a:spcPct val="105000"/>
              </a:lnSpc>
              <a:spcBef>
                <a:spcPts val="77"/>
              </a:spcBef>
            </a:pPr>
            <a:r>
              <a:rPr sz="3520" b="1" dirty="0">
                <a:solidFill>
                  <a:srgbClr val="003366"/>
                </a:solidFill>
                <a:latin typeface="Times New Roman"/>
                <a:cs typeface="Times New Roman"/>
              </a:rPr>
              <a:t>The </a:t>
            </a:r>
            <a:r>
              <a:rPr sz="3520" b="1" spc="-11" dirty="0">
                <a:solidFill>
                  <a:srgbClr val="003366"/>
                </a:solidFill>
                <a:latin typeface="Times New Roman"/>
                <a:cs typeface="Times New Roman"/>
              </a:rPr>
              <a:t>address </a:t>
            </a:r>
            <a:r>
              <a:rPr sz="3520" b="1" spc="-6" dirty="0">
                <a:solidFill>
                  <a:srgbClr val="003366"/>
                </a:solidFill>
                <a:latin typeface="Times New Roman"/>
                <a:cs typeface="Times New Roman"/>
              </a:rPr>
              <a:t>space in </a:t>
            </a:r>
            <a:r>
              <a:rPr sz="3520" b="1" dirty="0">
                <a:solidFill>
                  <a:srgbClr val="003366"/>
                </a:solidFill>
                <a:latin typeface="Times New Roman"/>
                <a:cs typeface="Times New Roman"/>
              </a:rPr>
              <a:t>a </a:t>
            </a:r>
            <a:r>
              <a:rPr sz="3520" b="1" spc="-11" dirty="0">
                <a:solidFill>
                  <a:srgbClr val="003366"/>
                </a:solidFill>
                <a:latin typeface="Times New Roman"/>
                <a:cs typeface="Times New Roman"/>
              </a:rPr>
              <a:t>protocol  </a:t>
            </a:r>
            <a:r>
              <a:rPr sz="3520" b="1" dirty="0">
                <a:solidFill>
                  <a:srgbClr val="003366"/>
                </a:solidFill>
                <a:latin typeface="Times New Roman"/>
                <a:cs typeface="Times New Roman"/>
              </a:rPr>
              <a:t>That </a:t>
            </a:r>
            <a:r>
              <a:rPr sz="3520" b="1" spc="-6" dirty="0">
                <a:solidFill>
                  <a:srgbClr val="003366"/>
                </a:solidFill>
                <a:latin typeface="Times New Roman"/>
                <a:cs typeface="Times New Roman"/>
              </a:rPr>
              <a:t>uses </a:t>
            </a:r>
            <a:r>
              <a:rPr sz="3520" b="1" dirty="0">
                <a:solidFill>
                  <a:srgbClr val="003366"/>
                </a:solidFill>
                <a:latin typeface="Times New Roman"/>
                <a:cs typeface="Times New Roman"/>
              </a:rPr>
              <a:t>N-bits </a:t>
            </a:r>
            <a:r>
              <a:rPr sz="3520" b="1" spc="-6" dirty="0">
                <a:solidFill>
                  <a:srgbClr val="003366"/>
                </a:solidFill>
                <a:latin typeface="Times New Roman"/>
                <a:cs typeface="Times New Roman"/>
              </a:rPr>
              <a:t>to define </a:t>
            </a:r>
            <a:r>
              <a:rPr sz="3520" b="1" dirty="0">
                <a:solidFill>
                  <a:srgbClr val="003366"/>
                </a:solidFill>
                <a:latin typeface="Times New Roman"/>
                <a:cs typeface="Times New Roman"/>
              </a:rPr>
              <a:t>an  </a:t>
            </a:r>
            <a:r>
              <a:rPr sz="3520" b="1" spc="-11" dirty="0">
                <a:solidFill>
                  <a:srgbClr val="003366"/>
                </a:solidFill>
                <a:latin typeface="Times New Roman"/>
                <a:cs typeface="Times New Roman"/>
              </a:rPr>
              <a:t>Address</a:t>
            </a:r>
            <a:r>
              <a:rPr sz="3520" b="1" spc="-6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3520" b="1" dirty="0">
                <a:solidFill>
                  <a:srgbClr val="003366"/>
                </a:solidFill>
                <a:latin typeface="Times New Roman"/>
                <a:cs typeface="Times New Roman"/>
              </a:rPr>
              <a:t>is:</a:t>
            </a:r>
            <a:endParaRPr sz="3520">
              <a:latin typeface="Times New Roman"/>
              <a:cs typeface="Times New Roman"/>
            </a:endParaRPr>
          </a:p>
          <a:p>
            <a:pPr marR="1432624" algn="ctr">
              <a:spcBef>
                <a:spcPts val="616"/>
              </a:spcBef>
            </a:pPr>
            <a:r>
              <a:rPr sz="3960" b="1" spc="-8" baseline="-16203" dirty="0">
                <a:solidFill>
                  <a:srgbClr val="003366"/>
                </a:solidFill>
                <a:latin typeface="Arial"/>
                <a:cs typeface="Arial"/>
              </a:rPr>
              <a:t>2</a:t>
            </a:r>
            <a:r>
              <a:rPr sz="1760" b="1" i="1" spc="-6" dirty="0">
                <a:solidFill>
                  <a:srgbClr val="003366"/>
                </a:solidFill>
                <a:latin typeface="Arial"/>
                <a:cs typeface="Arial"/>
              </a:rPr>
              <a:t>N</a:t>
            </a:r>
            <a:endParaRPr sz="176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/>
          <p:cNvSpPr txBox="1"/>
          <p:nvPr/>
        </p:nvSpPr>
        <p:spPr>
          <a:xfrm>
            <a:off x="2351989" y="3275731"/>
            <a:ext cx="5963793" cy="2921762"/>
          </a:xfrm>
          <a:prstGeom prst="rect">
            <a:avLst/>
          </a:prstGeom>
        </p:spPr>
        <p:txBody>
          <a:bodyPr vert="horz" wrap="square" lIns="0" tIns="13272" rIns="0" bIns="0" rtlCol="0">
            <a:spAutoFit/>
          </a:bodyPr>
          <a:lstStyle/>
          <a:p>
            <a:pPr marL="41910" marR="33528" algn="ctr">
              <a:lnSpc>
                <a:spcPct val="125899"/>
              </a:lnSpc>
              <a:spcBef>
                <a:spcPts val="105"/>
              </a:spcBef>
            </a:pPr>
            <a:r>
              <a:rPr sz="3960" b="1" i="1" dirty="0">
                <a:solidFill>
                  <a:srgbClr val="003366"/>
                </a:solidFill>
                <a:latin typeface="Times New Roman"/>
                <a:cs typeface="Times New Roman"/>
              </a:rPr>
              <a:t>The address </a:t>
            </a:r>
            <a:r>
              <a:rPr sz="3960" b="1" i="1" spc="-6" dirty="0">
                <a:solidFill>
                  <a:srgbClr val="003366"/>
                </a:solidFill>
                <a:latin typeface="Times New Roman"/>
                <a:cs typeface="Times New Roman"/>
              </a:rPr>
              <a:t>space </a:t>
            </a:r>
            <a:r>
              <a:rPr sz="3960" b="1" i="1" dirty="0">
                <a:solidFill>
                  <a:srgbClr val="003366"/>
                </a:solidFill>
                <a:latin typeface="Times New Roman"/>
                <a:cs typeface="Times New Roman"/>
              </a:rPr>
              <a:t>of </a:t>
            </a:r>
            <a:r>
              <a:rPr sz="3960" b="1" i="1" spc="-6" dirty="0">
                <a:solidFill>
                  <a:srgbClr val="003366"/>
                </a:solidFill>
                <a:latin typeface="Times New Roman"/>
                <a:cs typeface="Times New Roman"/>
              </a:rPr>
              <a:t>IPv4</a:t>
            </a:r>
            <a:r>
              <a:rPr sz="3960" b="1" i="1" spc="-10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3960" b="1" i="1" dirty="0">
                <a:solidFill>
                  <a:srgbClr val="003366"/>
                </a:solidFill>
                <a:latin typeface="Times New Roman"/>
                <a:cs typeface="Times New Roman"/>
              </a:rPr>
              <a:t>is  </a:t>
            </a:r>
            <a:r>
              <a:rPr sz="5940" b="1" i="1" spc="-8" baseline="-16975" dirty="0">
                <a:solidFill>
                  <a:srgbClr val="003366"/>
                </a:solidFill>
                <a:latin typeface="Times New Roman"/>
                <a:cs typeface="Times New Roman"/>
              </a:rPr>
              <a:t>2</a:t>
            </a:r>
            <a:r>
              <a:rPr sz="2640" b="1" i="1" spc="-6" dirty="0">
                <a:solidFill>
                  <a:srgbClr val="003366"/>
                </a:solidFill>
                <a:latin typeface="Times New Roman"/>
                <a:cs typeface="Times New Roman"/>
              </a:rPr>
              <a:t>32</a:t>
            </a:r>
            <a:endParaRPr sz="2640" dirty="0">
              <a:latin typeface="Times New Roman"/>
              <a:cs typeface="Times New Roman"/>
            </a:endParaRPr>
          </a:p>
          <a:p>
            <a:pPr marL="1473137" marR="1464056" indent="2096" algn="ctr">
              <a:spcBef>
                <a:spcPts val="1188"/>
              </a:spcBef>
            </a:pPr>
            <a:r>
              <a:rPr sz="3960" b="1" i="1" dirty="0">
                <a:solidFill>
                  <a:srgbClr val="003366"/>
                </a:solidFill>
                <a:latin typeface="Times New Roman"/>
                <a:cs typeface="Times New Roman"/>
              </a:rPr>
              <a:t>or        </a:t>
            </a:r>
            <a:r>
              <a:rPr sz="3960" b="1" i="1" spc="-6" dirty="0">
                <a:solidFill>
                  <a:srgbClr val="003366"/>
                </a:solidFill>
                <a:latin typeface="Times New Roman"/>
                <a:cs typeface="Times New Roman"/>
              </a:rPr>
              <a:t>4,294,967,296.</a:t>
            </a:r>
            <a:endParaRPr sz="3960" dirty="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071220" y="1031290"/>
            <a:ext cx="6122213" cy="147523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1471599" y="1209741"/>
            <a:ext cx="5276469" cy="826637"/>
          </a:xfrm>
          <a:prstGeom prst="rect">
            <a:avLst/>
          </a:prstGeom>
        </p:spPr>
        <p:txBody>
          <a:bodyPr vert="horz" wrap="square" lIns="0" tIns="1397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3970">
              <a:spcBef>
                <a:spcPts val="110"/>
              </a:spcBef>
              <a:tabLst>
                <a:tab pos="1484313" algn="l"/>
              </a:tabLst>
            </a:pPr>
            <a:r>
              <a:rPr sz="5280" b="1" i="1" spc="-6" dirty="0">
                <a:latin typeface="Times New Roman"/>
                <a:cs typeface="Times New Roman"/>
              </a:rPr>
              <a:t>IPv4	address</a:t>
            </a:r>
            <a:r>
              <a:rPr sz="5280" b="1" i="1" spc="-72" dirty="0">
                <a:latin typeface="Times New Roman"/>
                <a:cs typeface="Times New Roman"/>
              </a:rPr>
              <a:t> </a:t>
            </a:r>
            <a:r>
              <a:rPr sz="5280" b="1" i="1" spc="-6" dirty="0">
                <a:latin typeface="Times New Roman"/>
                <a:cs typeface="Times New Roman"/>
              </a:rPr>
              <a:t>space</a:t>
            </a:r>
            <a:endParaRPr sz="5280">
              <a:latin typeface="Times New Roman"/>
              <a:cs typeface="Times New Roman"/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D99B498-5D73-884D-A73D-840D47E09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0269B-3FF7-874D-8ED1-2D9E2506D078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010003" y="1224077"/>
            <a:ext cx="4474311" cy="123383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25149" y="3548685"/>
            <a:ext cx="8043925" cy="556499"/>
          </a:xfrm>
          <a:prstGeom prst="rect">
            <a:avLst/>
          </a:prstGeom>
        </p:spPr>
        <p:txBody>
          <a:bodyPr vert="horz" wrap="square" lIns="0" tIns="14669" rIns="0" bIns="0" rtlCol="0">
            <a:spAutoFit/>
          </a:bodyPr>
          <a:lstStyle/>
          <a:p>
            <a:pPr marL="13970">
              <a:spcBef>
                <a:spcPts val="116"/>
              </a:spcBef>
              <a:tabLst>
                <a:tab pos="2088515" algn="l"/>
                <a:tab pos="4211257" algn="l"/>
                <a:tab pos="6285103" algn="l"/>
              </a:tabLst>
            </a:pPr>
            <a:r>
              <a:rPr sz="3520" b="1" spc="-50" dirty="0">
                <a:solidFill>
                  <a:srgbClr val="FF3300"/>
                </a:solidFill>
                <a:latin typeface="Times New Roman"/>
                <a:cs typeface="Times New Roman"/>
              </a:rPr>
              <a:t>01110101	</a:t>
            </a:r>
            <a:r>
              <a:rPr sz="3520" b="1" dirty="0">
                <a:solidFill>
                  <a:srgbClr val="FF3300"/>
                </a:solidFill>
                <a:latin typeface="Times New Roman"/>
                <a:cs typeface="Times New Roman"/>
              </a:rPr>
              <a:t>10010101	</a:t>
            </a:r>
            <a:r>
              <a:rPr sz="3520" b="1" spc="-50" dirty="0">
                <a:solidFill>
                  <a:srgbClr val="FF3300"/>
                </a:solidFill>
                <a:latin typeface="Times New Roman"/>
                <a:cs typeface="Times New Roman"/>
              </a:rPr>
              <a:t>00011101	11101010</a:t>
            </a:r>
            <a:endParaRPr sz="352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43049" y="1370761"/>
            <a:ext cx="3771202" cy="690510"/>
          </a:xfrm>
          <a:prstGeom prst="rect">
            <a:avLst/>
          </a:prstGeom>
        </p:spPr>
        <p:txBody>
          <a:bodyPr vert="horz" wrap="square" lIns="0" tIns="13272" rIns="0" bIns="0" rtlCol="0">
            <a:spAutoFit/>
          </a:bodyPr>
          <a:lstStyle/>
          <a:p>
            <a:pPr marL="13970">
              <a:spcBef>
                <a:spcPts val="105"/>
              </a:spcBef>
            </a:pPr>
            <a:r>
              <a:rPr sz="4400" b="1" i="1" spc="-6" dirty="0">
                <a:solidFill>
                  <a:srgbClr val="003366"/>
                </a:solidFill>
                <a:latin typeface="Times New Roman"/>
                <a:cs typeface="Times New Roman"/>
              </a:rPr>
              <a:t>Binary</a:t>
            </a:r>
            <a:r>
              <a:rPr sz="4400" b="1" i="1" spc="-77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4400" b="1" i="1" dirty="0">
                <a:solidFill>
                  <a:srgbClr val="003366"/>
                </a:solidFill>
                <a:latin typeface="Times New Roman"/>
                <a:cs typeface="Times New Roman"/>
              </a:rPr>
              <a:t>Notation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8DEC67-8230-AD4D-AB96-50D2495C2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0269B-3FF7-874D-8ED1-2D9E2506D078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7640" y="2953563"/>
            <a:ext cx="9391333" cy="261071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660866" y="1456780"/>
            <a:ext cx="4663885" cy="556499"/>
          </a:xfrm>
          <a:prstGeom prst="rect">
            <a:avLst/>
          </a:prstGeom>
        </p:spPr>
        <p:txBody>
          <a:bodyPr vert="horz" wrap="square" lIns="0" tIns="14669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3970">
              <a:spcBef>
                <a:spcPts val="116"/>
              </a:spcBef>
            </a:pPr>
            <a:r>
              <a:rPr sz="3520" b="1" dirty="0">
                <a:solidFill>
                  <a:srgbClr val="99CC99"/>
                </a:solidFill>
                <a:latin typeface="Times New Roman"/>
                <a:cs typeface="Times New Roman"/>
              </a:rPr>
              <a:t>Dotted-decimal</a:t>
            </a:r>
            <a:r>
              <a:rPr sz="3520" b="1" spc="-94" dirty="0">
                <a:solidFill>
                  <a:srgbClr val="99CC99"/>
                </a:solidFill>
                <a:latin typeface="Times New Roman"/>
                <a:cs typeface="Times New Roman"/>
              </a:rPr>
              <a:t> </a:t>
            </a:r>
            <a:r>
              <a:rPr sz="3520" b="1" dirty="0">
                <a:solidFill>
                  <a:srgbClr val="99CC99"/>
                </a:solidFill>
                <a:latin typeface="Times New Roman"/>
                <a:cs typeface="Times New Roman"/>
              </a:rPr>
              <a:t>notation</a:t>
            </a:r>
            <a:endParaRPr sz="3520">
              <a:latin typeface="Times New Roman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D403E4-2DE0-FF40-93DE-C907A2F2A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0269B-3FF7-874D-8ED1-2D9E2506D078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822192" y="1022909"/>
            <a:ext cx="2563216" cy="9890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998913" y="1164217"/>
            <a:ext cx="2219833" cy="577657"/>
          </a:xfrm>
          <a:prstGeom prst="rect">
            <a:avLst/>
          </a:prstGeom>
          <a:ln w="38100">
            <a:solidFill>
              <a:srgbClr val="FF3300"/>
            </a:solidFill>
          </a:ln>
        </p:spPr>
        <p:txBody>
          <a:bodyPr vert="horz" wrap="square" lIns="0" tIns="35622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01283">
              <a:spcBef>
                <a:spcPts val="279"/>
              </a:spcBef>
            </a:pPr>
            <a:r>
              <a:rPr sz="3520" b="1" i="1" dirty="0">
                <a:latin typeface="Times New Roman"/>
                <a:cs typeface="Times New Roman"/>
              </a:rPr>
              <a:t>Example</a:t>
            </a:r>
            <a:r>
              <a:rPr sz="3520" b="1" i="1" spc="-66" dirty="0">
                <a:latin typeface="Times New Roman"/>
                <a:cs typeface="Times New Roman"/>
              </a:rPr>
              <a:t> </a:t>
            </a:r>
            <a:r>
              <a:rPr sz="3520" b="1" i="1" dirty="0">
                <a:latin typeface="Times New Roman"/>
                <a:cs typeface="Times New Roman"/>
              </a:rPr>
              <a:t>3</a:t>
            </a:r>
            <a:endParaRPr sz="3520">
              <a:latin typeface="Times New Roman"/>
              <a:cs typeface="Times New Roman"/>
            </a:endParaRP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DD8B24FE-BF83-9247-8C5B-F447C4831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0269B-3FF7-874D-8ED1-2D9E2506D078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4" name="object 4"/>
          <p:cNvSpPr/>
          <p:nvPr/>
        </p:nvSpPr>
        <p:spPr>
          <a:xfrm>
            <a:off x="4378757" y="4508143"/>
            <a:ext cx="2152497" cy="98907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554220" y="4598600"/>
            <a:ext cx="1807718" cy="579069"/>
          </a:xfrm>
          <a:prstGeom prst="rect">
            <a:avLst/>
          </a:prstGeom>
          <a:ln w="38100">
            <a:solidFill>
              <a:srgbClr val="FF3300"/>
            </a:solidFill>
          </a:ln>
        </p:spPr>
        <p:txBody>
          <a:bodyPr vert="horz" wrap="square" lIns="0" tIns="37021" rIns="0" bIns="0" rtlCol="0">
            <a:spAutoFit/>
          </a:bodyPr>
          <a:lstStyle/>
          <a:p>
            <a:pPr marL="101283">
              <a:spcBef>
                <a:spcPts val="292"/>
              </a:spcBef>
            </a:pPr>
            <a:r>
              <a:rPr sz="3520" b="1" i="1" dirty="0">
                <a:solidFill>
                  <a:srgbClr val="003366"/>
                </a:solidFill>
                <a:latin typeface="Times New Roman"/>
                <a:cs typeface="Times New Roman"/>
              </a:rPr>
              <a:t>Solution</a:t>
            </a:r>
            <a:endParaRPr sz="3520">
              <a:latin typeface="Times New Roman"/>
              <a:cs typeface="Times New Roman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618774" y="2059692"/>
            <a:ext cx="7734491" cy="2277110"/>
            <a:chOff x="1471612" y="1768538"/>
            <a:chExt cx="7031355" cy="2070100"/>
          </a:xfrm>
        </p:grpSpPr>
        <p:sp>
          <p:nvSpPr>
            <p:cNvPr id="7" name="object 7"/>
            <p:cNvSpPr/>
            <p:nvPr/>
          </p:nvSpPr>
          <p:spPr>
            <a:xfrm>
              <a:off x="1605153" y="1773301"/>
              <a:ext cx="6892925" cy="2060575"/>
            </a:xfrm>
            <a:custGeom>
              <a:avLst/>
              <a:gdLst/>
              <a:ahLst/>
              <a:cxnLst/>
              <a:rect l="l" t="t" r="r" b="b"/>
              <a:pathLst>
                <a:path w="6892925" h="2060575">
                  <a:moveTo>
                    <a:pt x="6763893" y="0"/>
                  </a:moveTo>
                  <a:lnTo>
                    <a:pt x="257555" y="0"/>
                  </a:lnTo>
                  <a:lnTo>
                    <a:pt x="207430" y="10120"/>
                  </a:lnTo>
                  <a:lnTo>
                    <a:pt x="166497" y="37719"/>
                  </a:lnTo>
                  <a:lnTo>
                    <a:pt x="138898" y="78652"/>
                  </a:lnTo>
                  <a:lnTo>
                    <a:pt x="128778" y="128777"/>
                  </a:lnTo>
                  <a:lnTo>
                    <a:pt x="128778" y="1802891"/>
                  </a:lnTo>
                  <a:lnTo>
                    <a:pt x="0" y="1802891"/>
                  </a:lnTo>
                  <a:lnTo>
                    <a:pt x="25062" y="1807952"/>
                  </a:lnTo>
                  <a:lnTo>
                    <a:pt x="45529" y="1821751"/>
                  </a:lnTo>
                  <a:lnTo>
                    <a:pt x="59328" y="1842218"/>
                  </a:lnTo>
                  <a:lnTo>
                    <a:pt x="64389" y="1867281"/>
                  </a:lnTo>
                  <a:lnTo>
                    <a:pt x="59328" y="1892343"/>
                  </a:lnTo>
                  <a:lnTo>
                    <a:pt x="45529" y="1912810"/>
                  </a:lnTo>
                  <a:lnTo>
                    <a:pt x="25062" y="1926609"/>
                  </a:lnTo>
                  <a:lnTo>
                    <a:pt x="0" y="1931670"/>
                  </a:lnTo>
                  <a:lnTo>
                    <a:pt x="128778" y="1931670"/>
                  </a:lnTo>
                  <a:lnTo>
                    <a:pt x="118657" y="1981815"/>
                  </a:lnTo>
                  <a:lnTo>
                    <a:pt x="91058" y="2022792"/>
                  </a:lnTo>
                  <a:lnTo>
                    <a:pt x="50125" y="2050434"/>
                  </a:lnTo>
                  <a:lnTo>
                    <a:pt x="0" y="2060575"/>
                  </a:lnTo>
                  <a:lnTo>
                    <a:pt x="6506337" y="2060575"/>
                  </a:lnTo>
                  <a:lnTo>
                    <a:pt x="6556462" y="2050434"/>
                  </a:lnTo>
                  <a:lnTo>
                    <a:pt x="6597396" y="2022792"/>
                  </a:lnTo>
                  <a:lnTo>
                    <a:pt x="6624994" y="1981815"/>
                  </a:lnTo>
                  <a:lnTo>
                    <a:pt x="6635115" y="1931670"/>
                  </a:lnTo>
                  <a:lnTo>
                    <a:pt x="6635115" y="257556"/>
                  </a:lnTo>
                  <a:lnTo>
                    <a:pt x="257555" y="257556"/>
                  </a:lnTo>
                  <a:lnTo>
                    <a:pt x="232493" y="252495"/>
                  </a:lnTo>
                  <a:lnTo>
                    <a:pt x="212026" y="238696"/>
                  </a:lnTo>
                  <a:lnTo>
                    <a:pt x="198227" y="218229"/>
                  </a:lnTo>
                  <a:lnTo>
                    <a:pt x="193166" y="193166"/>
                  </a:lnTo>
                  <a:lnTo>
                    <a:pt x="198227" y="168104"/>
                  </a:lnTo>
                  <a:lnTo>
                    <a:pt x="212026" y="147637"/>
                  </a:lnTo>
                  <a:lnTo>
                    <a:pt x="232493" y="133838"/>
                  </a:lnTo>
                  <a:lnTo>
                    <a:pt x="257555" y="128777"/>
                  </a:lnTo>
                  <a:lnTo>
                    <a:pt x="6892798" y="128777"/>
                  </a:lnTo>
                  <a:lnTo>
                    <a:pt x="6882657" y="78652"/>
                  </a:lnTo>
                  <a:lnTo>
                    <a:pt x="6855015" y="37719"/>
                  </a:lnTo>
                  <a:lnTo>
                    <a:pt x="6814038" y="10120"/>
                  </a:lnTo>
                  <a:lnTo>
                    <a:pt x="6763893" y="0"/>
                  </a:lnTo>
                  <a:close/>
                </a:path>
                <a:path w="6892925" h="2060575">
                  <a:moveTo>
                    <a:pt x="6892798" y="128777"/>
                  </a:moveTo>
                  <a:lnTo>
                    <a:pt x="386334" y="128777"/>
                  </a:lnTo>
                  <a:lnTo>
                    <a:pt x="376213" y="178903"/>
                  </a:lnTo>
                  <a:lnTo>
                    <a:pt x="348615" y="219837"/>
                  </a:lnTo>
                  <a:lnTo>
                    <a:pt x="307681" y="247435"/>
                  </a:lnTo>
                  <a:lnTo>
                    <a:pt x="257555" y="257556"/>
                  </a:lnTo>
                  <a:lnTo>
                    <a:pt x="6763893" y="257556"/>
                  </a:lnTo>
                  <a:lnTo>
                    <a:pt x="6814038" y="247435"/>
                  </a:lnTo>
                  <a:lnTo>
                    <a:pt x="6855015" y="219837"/>
                  </a:lnTo>
                  <a:lnTo>
                    <a:pt x="6882657" y="178903"/>
                  </a:lnTo>
                  <a:lnTo>
                    <a:pt x="6892798" y="128777"/>
                  </a:lnTo>
                  <a:close/>
                </a:path>
              </a:pathLst>
            </a:custGeom>
            <a:solidFill>
              <a:srgbClr val="66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476375" y="1902079"/>
              <a:ext cx="515620" cy="1932305"/>
            </a:xfrm>
            <a:custGeom>
              <a:avLst/>
              <a:gdLst/>
              <a:ahLst/>
              <a:cxnLst/>
              <a:rect l="l" t="t" r="r" b="b"/>
              <a:pathLst>
                <a:path w="515619" h="1932304">
                  <a:moveTo>
                    <a:pt x="515112" y="0"/>
                  </a:moveTo>
                  <a:lnTo>
                    <a:pt x="386333" y="0"/>
                  </a:lnTo>
                  <a:lnTo>
                    <a:pt x="361271" y="5060"/>
                  </a:lnTo>
                  <a:lnTo>
                    <a:pt x="340804" y="18859"/>
                  </a:lnTo>
                  <a:lnTo>
                    <a:pt x="327005" y="39326"/>
                  </a:lnTo>
                  <a:lnTo>
                    <a:pt x="321944" y="64388"/>
                  </a:lnTo>
                  <a:lnTo>
                    <a:pt x="327005" y="89451"/>
                  </a:lnTo>
                  <a:lnTo>
                    <a:pt x="340804" y="109918"/>
                  </a:lnTo>
                  <a:lnTo>
                    <a:pt x="361271" y="123717"/>
                  </a:lnTo>
                  <a:lnTo>
                    <a:pt x="386333" y="128778"/>
                  </a:lnTo>
                  <a:lnTo>
                    <a:pt x="436459" y="118657"/>
                  </a:lnTo>
                  <a:lnTo>
                    <a:pt x="477393" y="91059"/>
                  </a:lnTo>
                  <a:lnTo>
                    <a:pt x="504991" y="50125"/>
                  </a:lnTo>
                  <a:lnTo>
                    <a:pt x="515112" y="0"/>
                  </a:lnTo>
                  <a:close/>
                </a:path>
                <a:path w="515619" h="1932304">
                  <a:moveTo>
                    <a:pt x="128778" y="1674114"/>
                  </a:moveTo>
                  <a:lnTo>
                    <a:pt x="78652" y="1684234"/>
                  </a:lnTo>
                  <a:lnTo>
                    <a:pt x="37718" y="1711833"/>
                  </a:lnTo>
                  <a:lnTo>
                    <a:pt x="10120" y="1752766"/>
                  </a:lnTo>
                  <a:lnTo>
                    <a:pt x="0" y="1802892"/>
                  </a:lnTo>
                  <a:lnTo>
                    <a:pt x="10120" y="1853037"/>
                  </a:lnTo>
                  <a:lnTo>
                    <a:pt x="37719" y="1894014"/>
                  </a:lnTo>
                  <a:lnTo>
                    <a:pt x="78652" y="1921656"/>
                  </a:lnTo>
                  <a:lnTo>
                    <a:pt x="128778" y="1931797"/>
                  </a:lnTo>
                  <a:lnTo>
                    <a:pt x="178903" y="1921656"/>
                  </a:lnTo>
                  <a:lnTo>
                    <a:pt x="219837" y="1894014"/>
                  </a:lnTo>
                  <a:lnTo>
                    <a:pt x="247435" y="1853037"/>
                  </a:lnTo>
                  <a:lnTo>
                    <a:pt x="257556" y="1802892"/>
                  </a:lnTo>
                  <a:lnTo>
                    <a:pt x="128778" y="1802892"/>
                  </a:lnTo>
                  <a:lnTo>
                    <a:pt x="153840" y="1797831"/>
                  </a:lnTo>
                  <a:lnTo>
                    <a:pt x="174307" y="1784032"/>
                  </a:lnTo>
                  <a:lnTo>
                    <a:pt x="188106" y="1763565"/>
                  </a:lnTo>
                  <a:lnTo>
                    <a:pt x="193167" y="1738503"/>
                  </a:lnTo>
                  <a:lnTo>
                    <a:pt x="188106" y="1713440"/>
                  </a:lnTo>
                  <a:lnTo>
                    <a:pt x="174307" y="1692973"/>
                  </a:lnTo>
                  <a:lnTo>
                    <a:pt x="153840" y="1679174"/>
                  </a:lnTo>
                  <a:lnTo>
                    <a:pt x="128778" y="1674114"/>
                  </a:lnTo>
                  <a:close/>
                </a:path>
              </a:pathLst>
            </a:custGeom>
            <a:solidFill>
              <a:srgbClr val="52A3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476375" y="1773301"/>
              <a:ext cx="7021830" cy="2060575"/>
            </a:xfrm>
            <a:custGeom>
              <a:avLst/>
              <a:gdLst/>
              <a:ahLst/>
              <a:cxnLst/>
              <a:rect l="l" t="t" r="r" b="b"/>
              <a:pathLst>
                <a:path w="7021830" h="2060575">
                  <a:moveTo>
                    <a:pt x="257556" y="1802891"/>
                  </a:moveTo>
                  <a:lnTo>
                    <a:pt x="257556" y="128777"/>
                  </a:lnTo>
                  <a:lnTo>
                    <a:pt x="267676" y="78652"/>
                  </a:lnTo>
                  <a:lnTo>
                    <a:pt x="295275" y="37719"/>
                  </a:lnTo>
                  <a:lnTo>
                    <a:pt x="336208" y="10120"/>
                  </a:lnTo>
                  <a:lnTo>
                    <a:pt x="386333" y="0"/>
                  </a:lnTo>
                  <a:lnTo>
                    <a:pt x="6892671" y="0"/>
                  </a:lnTo>
                  <a:lnTo>
                    <a:pt x="6942816" y="10120"/>
                  </a:lnTo>
                  <a:lnTo>
                    <a:pt x="6983793" y="37719"/>
                  </a:lnTo>
                  <a:lnTo>
                    <a:pt x="7011435" y="78652"/>
                  </a:lnTo>
                  <a:lnTo>
                    <a:pt x="7021576" y="128777"/>
                  </a:lnTo>
                  <a:lnTo>
                    <a:pt x="7011435" y="178903"/>
                  </a:lnTo>
                  <a:lnTo>
                    <a:pt x="6983793" y="219837"/>
                  </a:lnTo>
                  <a:lnTo>
                    <a:pt x="6942816" y="247435"/>
                  </a:lnTo>
                  <a:lnTo>
                    <a:pt x="6892671" y="257556"/>
                  </a:lnTo>
                  <a:lnTo>
                    <a:pt x="6763893" y="257556"/>
                  </a:lnTo>
                  <a:lnTo>
                    <a:pt x="6763893" y="1931670"/>
                  </a:lnTo>
                  <a:lnTo>
                    <a:pt x="6753772" y="1981815"/>
                  </a:lnTo>
                  <a:lnTo>
                    <a:pt x="6726174" y="2022792"/>
                  </a:lnTo>
                  <a:lnTo>
                    <a:pt x="6685240" y="2050434"/>
                  </a:lnTo>
                  <a:lnTo>
                    <a:pt x="6635115" y="2060575"/>
                  </a:lnTo>
                  <a:lnTo>
                    <a:pt x="128778" y="2060575"/>
                  </a:lnTo>
                  <a:lnTo>
                    <a:pt x="78652" y="2050434"/>
                  </a:lnTo>
                  <a:lnTo>
                    <a:pt x="37719" y="2022792"/>
                  </a:lnTo>
                  <a:lnTo>
                    <a:pt x="10120" y="1981815"/>
                  </a:lnTo>
                  <a:lnTo>
                    <a:pt x="0" y="1931670"/>
                  </a:lnTo>
                  <a:lnTo>
                    <a:pt x="10120" y="1881544"/>
                  </a:lnTo>
                  <a:lnTo>
                    <a:pt x="37718" y="1840611"/>
                  </a:lnTo>
                  <a:lnTo>
                    <a:pt x="78652" y="1813012"/>
                  </a:lnTo>
                  <a:lnTo>
                    <a:pt x="128778" y="1802891"/>
                  </a:lnTo>
                  <a:lnTo>
                    <a:pt x="257556" y="1802891"/>
                  </a:lnTo>
                  <a:close/>
                </a:path>
                <a:path w="7021830" h="2060575">
                  <a:moveTo>
                    <a:pt x="386333" y="0"/>
                  </a:moveTo>
                  <a:lnTo>
                    <a:pt x="436459" y="10120"/>
                  </a:lnTo>
                  <a:lnTo>
                    <a:pt x="477393" y="37719"/>
                  </a:lnTo>
                  <a:lnTo>
                    <a:pt x="504991" y="78652"/>
                  </a:lnTo>
                  <a:lnTo>
                    <a:pt x="515112" y="128777"/>
                  </a:lnTo>
                  <a:lnTo>
                    <a:pt x="504991" y="178903"/>
                  </a:lnTo>
                  <a:lnTo>
                    <a:pt x="477393" y="219837"/>
                  </a:lnTo>
                  <a:lnTo>
                    <a:pt x="436459" y="247435"/>
                  </a:lnTo>
                  <a:lnTo>
                    <a:pt x="386333" y="257556"/>
                  </a:lnTo>
                  <a:lnTo>
                    <a:pt x="361271" y="252495"/>
                  </a:lnTo>
                  <a:lnTo>
                    <a:pt x="340804" y="238696"/>
                  </a:lnTo>
                  <a:lnTo>
                    <a:pt x="327005" y="218229"/>
                  </a:lnTo>
                  <a:lnTo>
                    <a:pt x="321944" y="193166"/>
                  </a:lnTo>
                  <a:lnTo>
                    <a:pt x="327005" y="168104"/>
                  </a:lnTo>
                  <a:lnTo>
                    <a:pt x="340804" y="147637"/>
                  </a:lnTo>
                  <a:lnTo>
                    <a:pt x="361271" y="133838"/>
                  </a:lnTo>
                  <a:lnTo>
                    <a:pt x="386333" y="128777"/>
                  </a:lnTo>
                  <a:lnTo>
                    <a:pt x="515112" y="128777"/>
                  </a:lnTo>
                </a:path>
                <a:path w="7021830" h="2060575">
                  <a:moveTo>
                    <a:pt x="6763893" y="257556"/>
                  </a:moveTo>
                  <a:lnTo>
                    <a:pt x="386333" y="257556"/>
                  </a:lnTo>
                </a:path>
              </a:pathLst>
            </a:custGeom>
            <a:ln w="9525">
              <a:solidFill>
                <a:srgbClr val="0033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600390" y="3571430"/>
              <a:ext cx="138303" cy="138303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605153" y="3576193"/>
              <a:ext cx="128905" cy="257810"/>
            </a:xfrm>
            <a:custGeom>
              <a:avLst/>
              <a:gdLst/>
              <a:ahLst/>
              <a:cxnLst/>
              <a:rect l="l" t="t" r="r" b="b"/>
              <a:pathLst>
                <a:path w="128905" h="257810">
                  <a:moveTo>
                    <a:pt x="0" y="257683"/>
                  </a:moveTo>
                  <a:lnTo>
                    <a:pt x="50125" y="247542"/>
                  </a:lnTo>
                  <a:lnTo>
                    <a:pt x="91058" y="219900"/>
                  </a:lnTo>
                  <a:lnTo>
                    <a:pt x="118657" y="178923"/>
                  </a:lnTo>
                  <a:lnTo>
                    <a:pt x="128778" y="128778"/>
                  </a:lnTo>
                  <a:lnTo>
                    <a:pt x="128778" y="0"/>
                  </a:lnTo>
                </a:path>
              </a:pathLst>
            </a:custGeom>
            <a:ln w="9524">
              <a:solidFill>
                <a:srgbClr val="0033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2455366" y="2844875"/>
            <a:ext cx="6060186" cy="826637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983740" marR="5588" indent="-1970469">
              <a:spcBef>
                <a:spcPts val="110"/>
              </a:spcBef>
            </a:pPr>
            <a:r>
              <a:rPr sz="2640" spc="-6" dirty="0">
                <a:solidFill>
                  <a:srgbClr val="003366"/>
                </a:solidFill>
                <a:latin typeface="Arial"/>
                <a:cs typeface="Arial"/>
              </a:rPr>
              <a:t>Find </a:t>
            </a:r>
            <a:r>
              <a:rPr sz="2640" dirty="0">
                <a:solidFill>
                  <a:srgbClr val="003366"/>
                </a:solidFill>
                <a:latin typeface="Arial"/>
                <a:cs typeface="Arial"/>
              </a:rPr>
              <a:t>the </a:t>
            </a:r>
            <a:r>
              <a:rPr sz="2640" spc="-6" dirty="0">
                <a:solidFill>
                  <a:srgbClr val="003366"/>
                </a:solidFill>
                <a:latin typeface="Arial"/>
                <a:cs typeface="Arial"/>
              </a:rPr>
              <a:t>error </a:t>
            </a:r>
            <a:r>
              <a:rPr sz="2640" spc="-11" dirty="0">
                <a:solidFill>
                  <a:srgbClr val="003366"/>
                </a:solidFill>
                <a:latin typeface="Arial"/>
                <a:cs typeface="Arial"/>
              </a:rPr>
              <a:t>in </a:t>
            </a:r>
            <a:r>
              <a:rPr sz="2640" dirty="0">
                <a:solidFill>
                  <a:srgbClr val="003366"/>
                </a:solidFill>
                <a:latin typeface="Arial"/>
                <a:cs typeface="Arial"/>
              </a:rPr>
              <a:t>the </a:t>
            </a:r>
            <a:r>
              <a:rPr sz="2640" spc="-6" dirty="0">
                <a:solidFill>
                  <a:srgbClr val="003366"/>
                </a:solidFill>
                <a:latin typeface="Arial"/>
                <a:cs typeface="Arial"/>
              </a:rPr>
              <a:t>following </a:t>
            </a:r>
            <a:r>
              <a:rPr sz="2640" dirty="0">
                <a:solidFill>
                  <a:srgbClr val="003366"/>
                </a:solidFill>
                <a:latin typeface="Arial"/>
                <a:cs typeface="Arial"/>
              </a:rPr>
              <a:t>IP</a:t>
            </a:r>
            <a:r>
              <a:rPr sz="2640" spc="-149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640" spc="-6" dirty="0">
                <a:solidFill>
                  <a:srgbClr val="003366"/>
                </a:solidFill>
                <a:latin typeface="Arial"/>
                <a:cs typeface="Arial"/>
              </a:rPr>
              <a:t>Address  </a:t>
            </a:r>
            <a:r>
              <a:rPr sz="2640" spc="-33" dirty="0">
                <a:solidFill>
                  <a:srgbClr val="003366"/>
                </a:solidFill>
                <a:latin typeface="Arial"/>
                <a:cs typeface="Arial"/>
              </a:rPr>
              <a:t>111.56.045.78</a:t>
            </a:r>
            <a:endParaRPr sz="2640" dirty="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618774" y="5153478"/>
            <a:ext cx="7734491" cy="2277110"/>
            <a:chOff x="1471612" y="4792662"/>
            <a:chExt cx="7031355" cy="2070100"/>
          </a:xfrm>
        </p:grpSpPr>
        <p:sp>
          <p:nvSpPr>
            <p:cNvPr id="14" name="object 14"/>
            <p:cNvSpPr/>
            <p:nvPr/>
          </p:nvSpPr>
          <p:spPr>
            <a:xfrm>
              <a:off x="1605153" y="4797425"/>
              <a:ext cx="6892925" cy="2060575"/>
            </a:xfrm>
            <a:custGeom>
              <a:avLst/>
              <a:gdLst/>
              <a:ahLst/>
              <a:cxnLst/>
              <a:rect l="l" t="t" r="r" b="b"/>
              <a:pathLst>
                <a:path w="6892925" h="2060575">
                  <a:moveTo>
                    <a:pt x="6763893" y="0"/>
                  </a:moveTo>
                  <a:lnTo>
                    <a:pt x="257555" y="0"/>
                  </a:lnTo>
                  <a:lnTo>
                    <a:pt x="207430" y="10120"/>
                  </a:lnTo>
                  <a:lnTo>
                    <a:pt x="166497" y="37718"/>
                  </a:lnTo>
                  <a:lnTo>
                    <a:pt x="138898" y="78652"/>
                  </a:lnTo>
                  <a:lnTo>
                    <a:pt x="128778" y="128777"/>
                  </a:lnTo>
                  <a:lnTo>
                    <a:pt x="128778" y="1803006"/>
                  </a:lnTo>
                  <a:lnTo>
                    <a:pt x="0" y="1803006"/>
                  </a:lnTo>
                  <a:lnTo>
                    <a:pt x="25062" y="1808066"/>
                  </a:lnTo>
                  <a:lnTo>
                    <a:pt x="45529" y="1821865"/>
                  </a:lnTo>
                  <a:lnTo>
                    <a:pt x="59328" y="1842332"/>
                  </a:lnTo>
                  <a:lnTo>
                    <a:pt x="64389" y="1867395"/>
                  </a:lnTo>
                  <a:lnTo>
                    <a:pt x="59328" y="1892457"/>
                  </a:lnTo>
                  <a:lnTo>
                    <a:pt x="45529" y="1912924"/>
                  </a:lnTo>
                  <a:lnTo>
                    <a:pt x="25062" y="1926724"/>
                  </a:lnTo>
                  <a:lnTo>
                    <a:pt x="0" y="1931784"/>
                  </a:lnTo>
                  <a:lnTo>
                    <a:pt x="128778" y="1931784"/>
                  </a:lnTo>
                  <a:lnTo>
                    <a:pt x="118657" y="1981916"/>
                  </a:lnTo>
                  <a:lnTo>
                    <a:pt x="91058" y="2022853"/>
                  </a:lnTo>
                  <a:lnTo>
                    <a:pt x="50125" y="2050454"/>
                  </a:lnTo>
                  <a:lnTo>
                    <a:pt x="0" y="2060575"/>
                  </a:lnTo>
                  <a:lnTo>
                    <a:pt x="6506337" y="2060575"/>
                  </a:lnTo>
                  <a:lnTo>
                    <a:pt x="6556462" y="2050454"/>
                  </a:lnTo>
                  <a:lnTo>
                    <a:pt x="6597396" y="2022853"/>
                  </a:lnTo>
                  <a:lnTo>
                    <a:pt x="6624994" y="1981916"/>
                  </a:lnTo>
                  <a:lnTo>
                    <a:pt x="6635115" y="1931784"/>
                  </a:lnTo>
                  <a:lnTo>
                    <a:pt x="6635115" y="257556"/>
                  </a:lnTo>
                  <a:lnTo>
                    <a:pt x="257555" y="257556"/>
                  </a:lnTo>
                  <a:lnTo>
                    <a:pt x="232493" y="252495"/>
                  </a:lnTo>
                  <a:lnTo>
                    <a:pt x="212026" y="238696"/>
                  </a:lnTo>
                  <a:lnTo>
                    <a:pt x="198227" y="218229"/>
                  </a:lnTo>
                  <a:lnTo>
                    <a:pt x="193166" y="193167"/>
                  </a:lnTo>
                  <a:lnTo>
                    <a:pt x="198227" y="168104"/>
                  </a:lnTo>
                  <a:lnTo>
                    <a:pt x="212026" y="147637"/>
                  </a:lnTo>
                  <a:lnTo>
                    <a:pt x="232493" y="133838"/>
                  </a:lnTo>
                  <a:lnTo>
                    <a:pt x="257555" y="128777"/>
                  </a:lnTo>
                  <a:lnTo>
                    <a:pt x="6892798" y="128777"/>
                  </a:lnTo>
                  <a:lnTo>
                    <a:pt x="6882657" y="78652"/>
                  </a:lnTo>
                  <a:lnTo>
                    <a:pt x="6855015" y="37718"/>
                  </a:lnTo>
                  <a:lnTo>
                    <a:pt x="6814038" y="10120"/>
                  </a:lnTo>
                  <a:lnTo>
                    <a:pt x="6763893" y="0"/>
                  </a:lnTo>
                  <a:close/>
                </a:path>
                <a:path w="6892925" h="2060575">
                  <a:moveTo>
                    <a:pt x="6892798" y="128777"/>
                  </a:moveTo>
                  <a:lnTo>
                    <a:pt x="386334" y="128777"/>
                  </a:lnTo>
                  <a:lnTo>
                    <a:pt x="376213" y="178903"/>
                  </a:lnTo>
                  <a:lnTo>
                    <a:pt x="348615" y="219837"/>
                  </a:lnTo>
                  <a:lnTo>
                    <a:pt x="307681" y="247435"/>
                  </a:lnTo>
                  <a:lnTo>
                    <a:pt x="257555" y="257556"/>
                  </a:lnTo>
                  <a:lnTo>
                    <a:pt x="6763893" y="257556"/>
                  </a:lnTo>
                  <a:lnTo>
                    <a:pt x="6814038" y="247435"/>
                  </a:lnTo>
                  <a:lnTo>
                    <a:pt x="6855015" y="219837"/>
                  </a:lnTo>
                  <a:lnTo>
                    <a:pt x="6882657" y="178903"/>
                  </a:lnTo>
                  <a:lnTo>
                    <a:pt x="6892798" y="128777"/>
                  </a:lnTo>
                  <a:close/>
                </a:path>
              </a:pathLst>
            </a:custGeom>
            <a:solidFill>
              <a:srgbClr val="66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476375" y="4926203"/>
              <a:ext cx="515620" cy="1932305"/>
            </a:xfrm>
            <a:custGeom>
              <a:avLst/>
              <a:gdLst/>
              <a:ahLst/>
              <a:cxnLst/>
              <a:rect l="l" t="t" r="r" b="b"/>
              <a:pathLst>
                <a:path w="515619" h="1932304">
                  <a:moveTo>
                    <a:pt x="515112" y="0"/>
                  </a:moveTo>
                  <a:lnTo>
                    <a:pt x="386333" y="0"/>
                  </a:lnTo>
                  <a:lnTo>
                    <a:pt x="361271" y="5060"/>
                  </a:lnTo>
                  <a:lnTo>
                    <a:pt x="340804" y="18859"/>
                  </a:lnTo>
                  <a:lnTo>
                    <a:pt x="327005" y="39326"/>
                  </a:lnTo>
                  <a:lnTo>
                    <a:pt x="321944" y="64389"/>
                  </a:lnTo>
                  <a:lnTo>
                    <a:pt x="327005" y="89451"/>
                  </a:lnTo>
                  <a:lnTo>
                    <a:pt x="340804" y="109918"/>
                  </a:lnTo>
                  <a:lnTo>
                    <a:pt x="361271" y="123717"/>
                  </a:lnTo>
                  <a:lnTo>
                    <a:pt x="386333" y="128778"/>
                  </a:lnTo>
                  <a:lnTo>
                    <a:pt x="436459" y="118657"/>
                  </a:lnTo>
                  <a:lnTo>
                    <a:pt x="477393" y="91059"/>
                  </a:lnTo>
                  <a:lnTo>
                    <a:pt x="504991" y="50125"/>
                  </a:lnTo>
                  <a:lnTo>
                    <a:pt x="515112" y="0"/>
                  </a:lnTo>
                  <a:close/>
                </a:path>
                <a:path w="515619" h="1932304">
                  <a:moveTo>
                    <a:pt x="128778" y="1674228"/>
                  </a:moveTo>
                  <a:lnTo>
                    <a:pt x="78652" y="1684348"/>
                  </a:lnTo>
                  <a:lnTo>
                    <a:pt x="37718" y="1711947"/>
                  </a:lnTo>
                  <a:lnTo>
                    <a:pt x="10120" y="1752880"/>
                  </a:lnTo>
                  <a:lnTo>
                    <a:pt x="0" y="1803006"/>
                  </a:lnTo>
                  <a:lnTo>
                    <a:pt x="10120" y="1853138"/>
                  </a:lnTo>
                  <a:lnTo>
                    <a:pt x="37719" y="1894075"/>
                  </a:lnTo>
                  <a:lnTo>
                    <a:pt x="78652" y="1921676"/>
                  </a:lnTo>
                  <a:lnTo>
                    <a:pt x="128778" y="1931797"/>
                  </a:lnTo>
                  <a:lnTo>
                    <a:pt x="178903" y="1921676"/>
                  </a:lnTo>
                  <a:lnTo>
                    <a:pt x="219837" y="1894075"/>
                  </a:lnTo>
                  <a:lnTo>
                    <a:pt x="247435" y="1853138"/>
                  </a:lnTo>
                  <a:lnTo>
                    <a:pt x="257556" y="1803006"/>
                  </a:lnTo>
                  <a:lnTo>
                    <a:pt x="128778" y="1803006"/>
                  </a:lnTo>
                  <a:lnTo>
                    <a:pt x="153840" y="1797946"/>
                  </a:lnTo>
                  <a:lnTo>
                    <a:pt x="174307" y="1784146"/>
                  </a:lnTo>
                  <a:lnTo>
                    <a:pt x="188106" y="1763679"/>
                  </a:lnTo>
                  <a:lnTo>
                    <a:pt x="193167" y="1738617"/>
                  </a:lnTo>
                  <a:lnTo>
                    <a:pt x="188106" y="1713554"/>
                  </a:lnTo>
                  <a:lnTo>
                    <a:pt x="174307" y="1693087"/>
                  </a:lnTo>
                  <a:lnTo>
                    <a:pt x="153840" y="1679288"/>
                  </a:lnTo>
                  <a:lnTo>
                    <a:pt x="128778" y="1674228"/>
                  </a:lnTo>
                  <a:close/>
                </a:path>
              </a:pathLst>
            </a:custGeom>
            <a:solidFill>
              <a:srgbClr val="52A3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476375" y="4797425"/>
              <a:ext cx="7021830" cy="2060575"/>
            </a:xfrm>
            <a:custGeom>
              <a:avLst/>
              <a:gdLst/>
              <a:ahLst/>
              <a:cxnLst/>
              <a:rect l="l" t="t" r="r" b="b"/>
              <a:pathLst>
                <a:path w="7021830" h="2060575">
                  <a:moveTo>
                    <a:pt x="257556" y="1803006"/>
                  </a:moveTo>
                  <a:lnTo>
                    <a:pt x="257556" y="128777"/>
                  </a:lnTo>
                  <a:lnTo>
                    <a:pt x="267676" y="78652"/>
                  </a:lnTo>
                  <a:lnTo>
                    <a:pt x="295275" y="37718"/>
                  </a:lnTo>
                  <a:lnTo>
                    <a:pt x="336208" y="10120"/>
                  </a:lnTo>
                  <a:lnTo>
                    <a:pt x="386333" y="0"/>
                  </a:lnTo>
                  <a:lnTo>
                    <a:pt x="6892671" y="0"/>
                  </a:lnTo>
                  <a:lnTo>
                    <a:pt x="6942816" y="10120"/>
                  </a:lnTo>
                  <a:lnTo>
                    <a:pt x="6983793" y="37718"/>
                  </a:lnTo>
                  <a:lnTo>
                    <a:pt x="7011435" y="78652"/>
                  </a:lnTo>
                  <a:lnTo>
                    <a:pt x="7021576" y="128777"/>
                  </a:lnTo>
                  <a:lnTo>
                    <a:pt x="7011435" y="178903"/>
                  </a:lnTo>
                  <a:lnTo>
                    <a:pt x="6983793" y="219837"/>
                  </a:lnTo>
                  <a:lnTo>
                    <a:pt x="6942816" y="247435"/>
                  </a:lnTo>
                  <a:lnTo>
                    <a:pt x="6892671" y="257556"/>
                  </a:lnTo>
                  <a:lnTo>
                    <a:pt x="6763893" y="257556"/>
                  </a:lnTo>
                  <a:lnTo>
                    <a:pt x="6763893" y="1931784"/>
                  </a:lnTo>
                  <a:lnTo>
                    <a:pt x="6753772" y="1981916"/>
                  </a:lnTo>
                  <a:lnTo>
                    <a:pt x="6726174" y="2022853"/>
                  </a:lnTo>
                  <a:lnTo>
                    <a:pt x="6685240" y="2050454"/>
                  </a:lnTo>
                  <a:lnTo>
                    <a:pt x="6635115" y="2060575"/>
                  </a:lnTo>
                  <a:lnTo>
                    <a:pt x="128778" y="2060575"/>
                  </a:lnTo>
                  <a:lnTo>
                    <a:pt x="78652" y="2050454"/>
                  </a:lnTo>
                  <a:lnTo>
                    <a:pt x="37719" y="2022853"/>
                  </a:lnTo>
                  <a:lnTo>
                    <a:pt x="10120" y="1981916"/>
                  </a:lnTo>
                  <a:lnTo>
                    <a:pt x="0" y="1931784"/>
                  </a:lnTo>
                  <a:lnTo>
                    <a:pt x="10120" y="1881658"/>
                  </a:lnTo>
                  <a:lnTo>
                    <a:pt x="37718" y="1840725"/>
                  </a:lnTo>
                  <a:lnTo>
                    <a:pt x="78652" y="1813126"/>
                  </a:lnTo>
                  <a:lnTo>
                    <a:pt x="128778" y="1803006"/>
                  </a:lnTo>
                  <a:lnTo>
                    <a:pt x="257556" y="1803006"/>
                  </a:lnTo>
                  <a:close/>
                </a:path>
                <a:path w="7021830" h="2060575">
                  <a:moveTo>
                    <a:pt x="386333" y="0"/>
                  </a:moveTo>
                  <a:lnTo>
                    <a:pt x="436459" y="10120"/>
                  </a:lnTo>
                  <a:lnTo>
                    <a:pt x="477393" y="37718"/>
                  </a:lnTo>
                  <a:lnTo>
                    <a:pt x="504991" y="78652"/>
                  </a:lnTo>
                  <a:lnTo>
                    <a:pt x="515112" y="128777"/>
                  </a:lnTo>
                  <a:lnTo>
                    <a:pt x="504991" y="178903"/>
                  </a:lnTo>
                  <a:lnTo>
                    <a:pt x="477393" y="219837"/>
                  </a:lnTo>
                  <a:lnTo>
                    <a:pt x="436459" y="247435"/>
                  </a:lnTo>
                  <a:lnTo>
                    <a:pt x="386333" y="257556"/>
                  </a:lnTo>
                  <a:lnTo>
                    <a:pt x="361271" y="252495"/>
                  </a:lnTo>
                  <a:lnTo>
                    <a:pt x="340804" y="238696"/>
                  </a:lnTo>
                  <a:lnTo>
                    <a:pt x="327005" y="218229"/>
                  </a:lnTo>
                  <a:lnTo>
                    <a:pt x="321944" y="193167"/>
                  </a:lnTo>
                  <a:lnTo>
                    <a:pt x="327005" y="168104"/>
                  </a:lnTo>
                  <a:lnTo>
                    <a:pt x="340804" y="147637"/>
                  </a:lnTo>
                  <a:lnTo>
                    <a:pt x="361271" y="133838"/>
                  </a:lnTo>
                  <a:lnTo>
                    <a:pt x="386333" y="128777"/>
                  </a:lnTo>
                  <a:lnTo>
                    <a:pt x="515112" y="128777"/>
                  </a:lnTo>
                </a:path>
                <a:path w="7021830" h="2060575">
                  <a:moveTo>
                    <a:pt x="6763893" y="257556"/>
                  </a:moveTo>
                  <a:lnTo>
                    <a:pt x="386333" y="257556"/>
                  </a:lnTo>
                </a:path>
              </a:pathLst>
            </a:custGeom>
            <a:ln w="9525">
              <a:solidFill>
                <a:srgbClr val="0033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600390" y="6595668"/>
              <a:ext cx="138303" cy="138302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605153" y="6600431"/>
              <a:ext cx="128905" cy="257810"/>
            </a:xfrm>
            <a:custGeom>
              <a:avLst/>
              <a:gdLst/>
              <a:ahLst/>
              <a:cxnLst/>
              <a:rect l="l" t="t" r="r" b="b"/>
              <a:pathLst>
                <a:path w="128905" h="257809">
                  <a:moveTo>
                    <a:pt x="0" y="257568"/>
                  </a:moveTo>
                  <a:lnTo>
                    <a:pt x="50125" y="247448"/>
                  </a:lnTo>
                  <a:lnTo>
                    <a:pt x="91058" y="219847"/>
                  </a:lnTo>
                  <a:lnTo>
                    <a:pt x="118657" y="178910"/>
                  </a:lnTo>
                  <a:lnTo>
                    <a:pt x="128778" y="128777"/>
                  </a:lnTo>
                  <a:lnTo>
                    <a:pt x="128778" y="0"/>
                  </a:lnTo>
                </a:path>
              </a:pathLst>
            </a:custGeom>
            <a:ln w="9525">
              <a:solidFill>
                <a:srgbClr val="0033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3149676" y="6172586"/>
            <a:ext cx="4577969" cy="826637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5730" marR="5588" indent="-112459">
              <a:spcBef>
                <a:spcPts val="110"/>
              </a:spcBef>
            </a:pPr>
            <a:r>
              <a:rPr sz="2640" spc="-6" dirty="0">
                <a:solidFill>
                  <a:srgbClr val="003366"/>
                </a:solidFill>
                <a:latin typeface="Arial"/>
                <a:cs typeface="Arial"/>
              </a:rPr>
              <a:t>There </a:t>
            </a:r>
            <a:r>
              <a:rPr sz="2640" dirty="0">
                <a:solidFill>
                  <a:srgbClr val="003366"/>
                </a:solidFill>
                <a:latin typeface="Arial"/>
                <a:cs typeface="Arial"/>
              </a:rPr>
              <a:t>are </a:t>
            </a:r>
            <a:r>
              <a:rPr sz="2640" spc="-6" dirty="0">
                <a:solidFill>
                  <a:srgbClr val="003366"/>
                </a:solidFill>
                <a:latin typeface="Arial"/>
                <a:cs typeface="Arial"/>
              </a:rPr>
              <a:t>no leading zeroes in  Dotted-decimal notation</a:t>
            </a:r>
            <a:r>
              <a:rPr sz="2640" spc="38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640" spc="-6" dirty="0">
                <a:solidFill>
                  <a:srgbClr val="003366"/>
                </a:solidFill>
                <a:latin typeface="Arial"/>
                <a:cs typeface="Arial"/>
              </a:rPr>
              <a:t>(045)</a:t>
            </a:r>
            <a:endParaRPr sz="264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666287" y="469697"/>
            <a:ext cx="4812944" cy="9890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41750" y="610585"/>
            <a:ext cx="4465509" cy="577657"/>
          </a:xfrm>
          <a:prstGeom prst="rect">
            <a:avLst/>
          </a:prstGeom>
          <a:ln w="38100">
            <a:solidFill>
              <a:srgbClr val="FF3300"/>
            </a:solidFill>
          </a:ln>
        </p:spPr>
        <p:txBody>
          <a:bodyPr vert="horz" wrap="square" lIns="0" tIns="35622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00584">
              <a:spcBef>
                <a:spcPts val="279"/>
              </a:spcBef>
            </a:pPr>
            <a:r>
              <a:rPr sz="3520" b="1" i="1" dirty="0">
                <a:latin typeface="Times New Roman"/>
                <a:cs typeface="Times New Roman"/>
              </a:rPr>
              <a:t>Example 3</a:t>
            </a:r>
            <a:r>
              <a:rPr sz="3520" b="1" i="1" spc="-77" dirty="0">
                <a:latin typeface="Times New Roman"/>
                <a:cs typeface="Times New Roman"/>
              </a:rPr>
              <a:t> </a:t>
            </a:r>
            <a:r>
              <a:rPr sz="3520" b="1" i="1" dirty="0">
                <a:latin typeface="Times New Roman"/>
                <a:cs typeface="Times New Roman"/>
              </a:rPr>
              <a:t>(continued)</a:t>
            </a:r>
            <a:endParaRPr sz="3520">
              <a:latin typeface="Times New Roman"/>
              <a:cs typeface="Times New Roman"/>
            </a:endParaRP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C7CA6640-555F-CB46-814D-11CD0FCD8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0269B-3FF7-874D-8ED1-2D9E2506D078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4" name="object 4"/>
          <p:cNvSpPr/>
          <p:nvPr/>
        </p:nvSpPr>
        <p:spPr>
          <a:xfrm>
            <a:off x="4219499" y="4191304"/>
            <a:ext cx="2152497" cy="98907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395381" y="4282599"/>
            <a:ext cx="1807718" cy="579069"/>
          </a:xfrm>
          <a:prstGeom prst="rect">
            <a:avLst/>
          </a:prstGeom>
          <a:ln w="38100">
            <a:solidFill>
              <a:srgbClr val="FF3300"/>
            </a:solidFill>
          </a:ln>
        </p:spPr>
        <p:txBody>
          <a:bodyPr vert="horz" wrap="square" lIns="0" tIns="37021" rIns="0" bIns="0" rtlCol="0">
            <a:spAutoFit/>
          </a:bodyPr>
          <a:lstStyle/>
          <a:p>
            <a:pPr marL="101283">
              <a:spcBef>
                <a:spcPts val="292"/>
              </a:spcBef>
            </a:pPr>
            <a:r>
              <a:rPr sz="3520" b="1" i="1" dirty="0">
                <a:solidFill>
                  <a:srgbClr val="003366"/>
                </a:solidFill>
                <a:latin typeface="Times New Roman"/>
                <a:cs typeface="Times New Roman"/>
              </a:rPr>
              <a:t>Solution</a:t>
            </a:r>
            <a:endParaRPr sz="3520">
              <a:latin typeface="Times New Roman"/>
              <a:cs typeface="Times New Roman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856264" y="1741874"/>
            <a:ext cx="7734491" cy="2277110"/>
            <a:chOff x="1687512" y="1479613"/>
            <a:chExt cx="7031355" cy="2070100"/>
          </a:xfrm>
        </p:grpSpPr>
        <p:sp>
          <p:nvSpPr>
            <p:cNvPr id="7" name="object 7"/>
            <p:cNvSpPr/>
            <p:nvPr/>
          </p:nvSpPr>
          <p:spPr>
            <a:xfrm>
              <a:off x="1821053" y="1484375"/>
              <a:ext cx="6892925" cy="2060575"/>
            </a:xfrm>
            <a:custGeom>
              <a:avLst/>
              <a:gdLst/>
              <a:ahLst/>
              <a:cxnLst/>
              <a:rect l="l" t="t" r="r" b="b"/>
              <a:pathLst>
                <a:path w="6892925" h="2060575">
                  <a:moveTo>
                    <a:pt x="6763893" y="0"/>
                  </a:moveTo>
                  <a:lnTo>
                    <a:pt x="257556" y="0"/>
                  </a:lnTo>
                  <a:lnTo>
                    <a:pt x="207430" y="10120"/>
                  </a:lnTo>
                  <a:lnTo>
                    <a:pt x="166497" y="37719"/>
                  </a:lnTo>
                  <a:lnTo>
                    <a:pt x="138898" y="78652"/>
                  </a:lnTo>
                  <a:lnTo>
                    <a:pt x="128778" y="128777"/>
                  </a:lnTo>
                  <a:lnTo>
                    <a:pt x="128778" y="1802891"/>
                  </a:lnTo>
                  <a:lnTo>
                    <a:pt x="0" y="1802891"/>
                  </a:lnTo>
                  <a:lnTo>
                    <a:pt x="25062" y="1807952"/>
                  </a:lnTo>
                  <a:lnTo>
                    <a:pt x="45529" y="1821751"/>
                  </a:lnTo>
                  <a:lnTo>
                    <a:pt x="59328" y="1842218"/>
                  </a:lnTo>
                  <a:lnTo>
                    <a:pt x="64389" y="1867281"/>
                  </a:lnTo>
                  <a:lnTo>
                    <a:pt x="59328" y="1892343"/>
                  </a:lnTo>
                  <a:lnTo>
                    <a:pt x="45529" y="1912810"/>
                  </a:lnTo>
                  <a:lnTo>
                    <a:pt x="25062" y="1926609"/>
                  </a:lnTo>
                  <a:lnTo>
                    <a:pt x="0" y="1931670"/>
                  </a:lnTo>
                  <a:lnTo>
                    <a:pt x="128778" y="1931670"/>
                  </a:lnTo>
                  <a:lnTo>
                    <a:pt x="118657" y="1981815"/>
                  </a:lnTo>
                  <a:lnTo>
                    <a:pt x="91059" y="2022792"/>
                  </a:lnTo>
                  <a:lnTo>
                    <a:pt x="50125" y="2050434"/>
                  </a:lnTo>
                  <a:lnTo>
                    <a:pt x="0" y="2060575"/>
                  </a:lnTo>
                  <a:lnTo>
                    <a:pt x="6506337" y="2060575"/>
                  </a:lnTo>
                  <a:lnTo>
                    <a:pt x="6556462" y="2050434"/>
                  </a:lnTo>
                  <a:lnTo>
                    <a:pt x="6597395" y="2022792"/>
                  </a:lnTo>
                  <a:lnTo>
                    <a:pt x="6624994" y="1981815"/>
                  </a:lnTo>
                  <a:lnTo>
                    <a:pt x="6635115" y="1931670"/>
                  </a:lnTo>
                  <a:lnTo>
                    <a:pt x="6635115" y="257556"/>
                  </a:lnTo>
                  <a:lnTo>
                    <a:pt x="257556" y="257556"/>
                  </a:lnTo>
                  <a:lnTo>
                    <a:pt x="232493" y="252495"/>
                  </a:lnTo>
                  <a:lnTo>
                    <a:pt x="212026" y="238696"/>
                  </a:lnTo>
                  <a:lnTo>
                    <a:pt x="198227" y="218229"/>
                  </a:lnTo>
                  <a:lnTo>
                    <a:pt x="193167" y="193166"/>
                  </a:lnTo>
                  <a:lnTo>
                    <a:pt x="198227" y="168104"/>
                  </a:lnTo>
                  <a:lnTo>
                    <a:pt x="212026" y="147637"/>
                  </a:lnTo>
                  <a:lnTo>
                    <a:pt x="232493" y="133838"/>
                  </a:lnTo>
                  <a:lnTo>
                    <a:pt x="257556" y="128777"/>
                  </a:lnTo>
                  <a:lnTo>
                    <a:pt x="6892798" y="128777"/>
                  </a:lnTo>
                  <a:lnTo>
                    <a:pt x="6882657" y="78652"/>
                  </a:lnTo>
                  <a:lnTo>
                    <a:pt x="6855015" y="37719"/>
                  </a:lnTo>
                  <a:lnTo>
                    <a:pt x="6814038" y="10120"/>
                  </a:lnTo>
                  <a:lnTo>
                    <a:pt x="6763893" y="0"/>
                  </a:lnTo>
                  <a:close/>
                </a:path>
                <a:path w="6892925" h="2060575">
                  <a:moveTo>
                    <a:pt x="6892798" y="128777"/>
                  </a:moveTo>
                  <a:lnTo>
                    <a:pt x="386334" y="128777"/>
                  </a:lnTo>
                  <a:lnTo>
                    <a:pt x="376213" y="178903"/>
                  </a:lnTo>
                  <a:lnTo>
                    <a:pt x="348615" y="219837"/>
                  </a:lnTo>
                  <a:lnTo>
                    <a:pt x="307681" y="247435"/>
                  </a:lnTo>
                  <a:lnTo>
                    <a:pt x="257556" y="257556"/>
                  </a:lnTo>
                  <a:lnTo>
                    <a:pt x="6763893" y="257556"/>
                  </a:lnTo>
                  <a:lnTo>
                    <a:pt x="6814038" y="247435"/>
                  </a:lnTo>
                  <a:lnTo>
                    <a:pt x="6855015" y="219837"/>
                  </a:lnTo>
                  <a:lnTo>
                    <a:pt x="6882657" y="178903"/>
                  </a:lnTo>
                  <a:lnTo>
                    <a:pt x="6892798" y="128777"/>
                  </a:lnTo>
                  <a:close/>
                </a:path>
              </a:pathLst>
            </a:custGeom>
            <a:solidFill>
              <a:srgbClr val="66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692275" y="1613153"/>
              <a:ext cx="515620" cy="1932305"/>
            </a:xfrm>
            <a:custGeom>
              <a:avLst/>
              <a:gdLst/>
              <a:ahLst/>
              <a:cxnLst/>
              <a:rect l="l" t="t" r="r" b="b"/>
              <a:pathLst>
                <a:path w="515619" h="1932304">
                  <a:moveTo>
                    <a:pt x="515112" y="0"/>
                  </a:moveTo>
                  <a:lnTo>
                    <a:pt x="386333" y="0"/>
                  </a:lnTo>
                  <a:lnTo>
                    <a:pt x="361271" y="5060"/>
                  </a:lnTo>
                  <a:lnTo>
                    <a:pt x="340804" y="18859"/>
                  </a:lnTo>
                  <a:lnTo>
                    <a:pt x="327005" y="39326"/>
                  </a:lnTo>
                  <a:lnTo>
                    <a:pt x="321944" y="64388"/>
                  </a:lnTo>
                  <a:lnTo>
                    <a:pt x="327005" y="89451"/>
                  </a:lnTo>
                  <a:lnTo>
                    <a:pt x="340804" y="109918"/>
                  </a:lnTo>
                  <a:lnTo>
                    <a:pt x="361271" y="123717"/>
                  </a:lnTo>
                  <a:lnTo>
                    <a:pt x="386333" y="128778"/>
                  </a:lnTo>
                  <a:lnTo>
                    <a:pt x="436459" y="118657"/>
                  </a:lnTo>
                  <a:lnTo>
                    <a:pt x="477393" y="91059"/>
                  </a:lnTo>
                  <a:lnTo>
                    <a:pt x="504991" y="50125"/>
                  </a:lnTo>
                  <a:lnTo>
                    <a:pt x="515112" y="0"/>
                  </a:lnTo>
                  <a:close/>
                </a:path>
                <a:path w="515619" h="1932304">
                  <a:moveTo>
                    <a:pt x="128777" y="1674114"/>
                  </a:moveTo>
                  <a:lnTo>
                    <a:pt x="78652" y="1684234"/>
                  </a:lnTo>
                  <a:lnTo>
                    <a:pt x="37718" y="1711832"/>
                  </a:lnTo>
                  <a:lnTo>
                    <a:pt x="10120" y="1752766"/>
                  </a:lnTo>
                  <a:lnTo>
                    <a:pt x="0" y="1802892"/>
                  </a:lnTo>
                  <a:lnTo>
                    <a:pt x="10120" y="1853037"/>
                  </a:lnTo>
                  <a:lnTo>
                    <a:pt x="37718" y="1894014"/>
                  </a:lnTo>
                  <a:lnTo>
                    <a:pt x="78652" y="1921656"/>
                  </a:lnTo>
                  <a:lnTo>
                    <a:pt x="128777" y="1931797"/>
                  </a:lnTo>
                  <a:lnTo>
                    <a:pt x="178903" y="1921656"/>
                  </a:lnTo>
                  <a:lnTo>
                    <a:pt x="219836" y="1894014"/>
                  </a:lnTo>
                  <a:lnTo>
                    <a:pt x="247435" y="1853037"/>
                  </a:lnTo>
                  <a:lnTo>
                    <a:pt x="257556" y="1802892"/>
                  </a:lnTo>
                  <a:lnTo>
                    <a:pt x="128777" y="1802892"/>
                  </a:lnTo>
                  <a:lnTo>
                    <a:pt x="153840" y="1797831"/>
                  </a:lnTo>
                  <a:lnTo>
                    <a:pt x="174307" y="1784032"/>
                  </a:lnTo>
                  <a:lnTo>
                    <a:pt x="188106" y="1763565"/>
                  </a:lnTo>
                  <a:lnTo>
                    <a:pt x="193167" y="1738503"/>
                  </a:lnTo>
                  <a:lnTo>
                    <a:pt x="188106" y="1713440"/>
                  </a:lnTo>
                  <a:lnTo>
                    <a:pt x="174307" y="1692973"/>
                  </a:lnTo>
                  <a:lnTo>
                    <a:pt x="153840" y="1679174"/>
                  </a:lnTo>
                  <a:lnTo>
                    <a:pt x="128777" y="1674114"/>
                  </a:lnTo>
                  <a:close/>
                </a:path>
              </a:pathLst>
            </a:custGeom>
            <a:solidFill>
              <a:srgbClr val="52A3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692275" y="1484375"/>
              <a:ext cx="7021830" cy="2060575"/>
            </a:xfrm>
            <a:custGeom>
              <a:avLst/>
              <a:gdLst/>
              <a:ahLst/>
              <a:cxnLst/>
              <a:rect l="l" t="t" r="r" b="b"/>
              <a:pathLst>
                <a:path w="7021830" h="2060575">
                  <a:moveTo>
                    <a:pt x="257556" y="1802891"/>
                  </a:moveTo>
                  <a:lnTo>
                    <a:pt x="257556" y="128777"/>
                  </a:lnTo>
                  <a:lnTo>
                    <a:pt x="267676" y="78652"/>
                  </a:lnTo>
                  <a:lnTo>
                    <a:pt x="295275" y="37719"/>
                  </a:lnTo>
                  <a:lnTo>
                    <a:pt x="336208" y="10120"/>
                  </a:lnTo>
                  <a:lnTo>
                    <a:pt x="386333" y="0"/>
                  </a:lnTo>
                  <a:lnTo>
                    <a:pt x="6892671" y="0"/>
                  </a:lnTo>
                  <a:lnTo>
                    <a:pt x="6942816" y="10120"/>
                  </a:lnTo>
                  <a:lnTo>
                    <a:pt x="6983793" y="37719"/>
                  </a:lnTo>
                  <a:lnTo>
                    <a:pt x="7011435" y="78652"/>
                  </a:lnTo>
                  <a:lnTo>
                    <a:pt x="7021576" y="128777"/>
                  </a:lnTo>
                  <a:lnTo>
                    <a:pt x="7011435" y="178903"/>
                  </a:lnTo>
                  <a:lnTo>
                    <a:pt x="6983793" y="219837"/>
                  </a:lnTo>
                  <a:lnTo>
                    <a:pt x="6942816" y="247435"/>
                  </a:lnTo>
                  <a:lnTo>
                    <a:pt x="6892671" y="257556"/>
                  </a:lnTo>
                  <a:lnTo>
                    <a:pt x="6763893" y="257556"/>
                  </a:lnTo>
                  <a:lnTo>
                    <a:pt x="6763893" y="1931670"/>
                  </a:lnTo>
                  <a:lnTo>
                    <a:pt x="6753772" y="1981815"/>
                  </a:lnTo>
                  <a:lnTo>
                    <a:pt x="6726174" y="2022792"/>
                  </a:lnTo>
                  <a:lnTo>
                    <a:pt x="6685240" y="2050434"/>
                  </a:lnTo>
                  <a:lnTo>
                    <a:pt x="6635115" y="2060575"/>
                  </a:lnTo>
                  <a:lnTo>
                    <a:pt x="128777" y="2060575"/>
                  </a:lnTo>
                  <a:lnTo>
                    <a:pt x="78652" y="2050434"/>
                  </a:lnTo>
                  <a:lnTo>
                    <a:pt x="37718" y="2022792"/>
                  </a:lnTo>
                  <a:lnTo>
                    <a:pt x="10120" y="1981815"/>
                  </a:lnTo>
                  <a:lnTo>
                    <a:pt x="0" y="1931670"/>
                  </a:lnTo>
                  <a:lnTo>
                    <a:pt x="10120" y="1881544"/>
                  </a:lnTo>
                  <a:lnTo>
                    <a:pt x="37718" y="1840610"/>
                  </a:lnTo>
                  <a:lnTo>
                    <a:pt x="78652" y="1813012"/>
                  </a:lnTo>
                  <a:lnTo>
                    <a:pt x="128777" y="1802891"/>
                  </a:lnTo>
                  <a:lnTo>
                    <a:pt x="257556" y="1802891"/>
                  </a:lnTo>
                  <a:close/>
                </a:path>
                <a:path w="7021830" h="2060575">
                  <a:moveTo>
                    <a:pt x="386333" y="0"/>
                  </a:moveTo>
                  <a:lnTo>
                    <a:pt x="436459" y="10120"/>
                  </a:lnTo>
                  <a:lnTo>
                    <a:pt x="477393" y="37719"/>
                  </a:lnTo>
                  <a:lnTo>
                    <a:pt x="504991" y="78652"/>
                  </a:lnTo>
                  <a:lnTo>
                    <a:pt x="515112" y="128777"/>
                  </a:lnTo>
                  <a:lnTo>
                    <a:pt x="504991" y="178903"/>
                  </a:lnTo>
                  <a:lnTo>
                    <a:pt x="477393" y="219837"/>
                  </a:lnTo>
                  <a:lnTo>
                    <a:pt x="436459" y="247435"/>
                  </a:lnTo>
                  <a:lnTo>
                    <a:pt x="386333" y="257556"/>
                  </a:lnTo>
                  <a:lnTo>
                    <a:pt x="361271" y="252495"/>
                  </a:lnTo>
                  <a:lnTo>
                    <a:pt x="340804" y="238696"/>
                  </a:lnTo>
                  <a:lnTo>
                    <a:pt x="327005" y="218229"/>
                  </a:lnTo>
                  <a:lnTo>
                    <a:pt x="321944" y="193166"/>
                  </a:lnTo>
                  <a:lnTo>
                    <a:pt x="327005" y="168104"/>
                  </a:lnTo>
                  <a:lnTo>
                    <a:pt x="340804" y="147637"/>
                  </a:lnTo>
                  <a:lnTo>
                    <a:pt x="361271" y="133838"/>
                  </a:lnTo>
                  <a:lnTo>
                    <a:pt x="386333" y="128777"/>
                  </a:lnTo>
                  <a:lnTo>
                    <a:pt x="515112" y="128777"/>
                  </a:lnTo>
                </a:path>
                <a:path w="7021830" h="2060575">
                  <a:moveTo>
                    <a:pt x="6763893" y="257556"/>
                  </a:moveTo>
                  <a:lnTo>
                    <a:pt x="386333" y="257556"/>
                  </a:lnTo>
                </a:path>
              </a:pathLst>
            </a:custGeom>
            <a:ln w="9525">
              <a:solidFill>
                <a:srgbClr val="0033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816290" y="3282505"/>
              <a:ext cx="138303" cy="138303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821053" y="3287268"/>
              <a:ext cx="128905" cy="257810"/>
            </a:xfrm>
            <a:custGeom>
              <a:avLst/>
              <a:gdLst/>
              <a:ahLst/>
              <a:cxnLst/>
              <a:rect l="l" t="t" r="r" b="b"/>
              <a:pathLst>
                <a:path w="128905" h="257810">
                  <a:moveTo>
                    <a:pt x="0" y="257683"/>
                  </a:moveTo>
                  <a:lnTo>
                    <a:pt x="50125" y="247542"/>
                  </a:lnTo>
                  <a:lnTo>
                    <a:pt x="91059" y="219900"/>
                  </a:lnTo>
                  <a:lnTo>
                    <a:pt x="118657" y="178923"/>
                  </a:lnTo>
                  <a:lnTo>
                    <a:pt x="128778" y="128778"/>
                  </a:lnTo>
                  <a:lnTo>
                    <a:pt x="128778" y="0"/>
                  </a:lnTo>
                </a:path>
              </a:pathLst>
            </a:custGeom>
            <a:ln w="9525">
              <a:solidFill>
                <a:srgbClr val="0033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2693136" y="2527058"/>
            <a:ext cx="6060186" cy="826637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052193" marR="5588" indent="-2038920">
              <a:spcBef>
                <a:spcPts val="110"/>
              </a:spcBef>
            </a:pPr>
            <a:r>
              <a:rPr sz="2640" spc="-6" dirty="0">
                <a:solidFill>
                  <a:srgbClr val="003366"/>
                </a:solidFill>
                <a:latin typeface="Arial"/>
                <a:cs typeface="Arial"/>
              </a:rPr>
              <a:t>Find </a:t>
            </a:r>
            <a:r>
              <a:rPr sz="2640" dirty="0">
                <a:solidFill>
                  <a:srgbClr val="003366"/>
                </a:solidFill>
                <a:latin typeface="Arial"/>
                <a:cs typeface="Arial"/>
              </a:rPr>
              <a:t>the </a:t>
            </a:r>
            <a:r>
              <a:rPr sz="2640" spc="-6" dirty="0">
                <a:solidFill>
                  <a:srgbClr val="003366"/>
                </a:solidFill>
                <a:latin typeface="Arial"/>
                <a:cs typeface="Arial"/>
              </a:rPr>
              <a:t>error </a:t>
            </a:r>
            <a:r>
              <a:rPr sz="2640" spc="-11" dirty="0">
                <a:solidFill>
                  <a:srgbClr val="003366"/>
                </a:solidFill>
                <a:latin typeface="Arial"/>
                <a:cs typeface="Arial"/>
              </a:rPr>
              <a:t>in </a:t>
            </a:r>
            <a:r>
              <a:rPr sz="2640" dirty="0">
                <a:solidFill>
                  <a:srgbClr val="003366"/>
                </a:solidFill>
                <a:latin typeface="Arial"/>
                <a:cs typeface="Arial"/>
              </a:rPr>
              <a:t>the </a:t>
            </a:r>
            <a:r>
              <a:rPr sz="2640" spc="-6" dirty="0">
                <a:solidFill>
                  <a:srgbClr val="003366"/>
                </a:solidFill>
                <a:latin typeface="Arial"/>
                <a:cs typeface="Arial"/>
              </a:rPr>
              <a:t>following </a:t>
            </a:r>
            <a:r>
              <a:rPr sz="2640" dirty="0">
                <a:solidFill>
                  <a:srgbClr val="003366"/>
                </a:solidFill>
                <a:latin typeface="Arial"/>
                <a:cs typeface="Arial"/>
              </a:rPr>
              <a:t>IP</a:t>
            </a:r>
            <a:r>
              <a:rPr sz="2640" spc="-149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640" spc="-6" dirty="0">
                <a:solidFill>
                  <a:srgbClr val="003366"/>
                </a:solidFill>
                <a:latin typeface="Arial"/>
                <a:cs typeface="Arial"/>
              </a:rPr>
              <a:t>Address  75.45.301.14</a:t>
            </a:r>
            <a:endParaRPr sz="264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618144" y="5105408"/>
            <a:ext cx="7734491" cy="2277110"/>
            <a:chOff x="1471612" y="4792662"/>
            <a:chExt cx="7031355" cy="2070100"/>
          </a:xfrm>
        </p:grpSpPr>
        <p:sp>
          <p:nvSpPr>
            <p:cNvPr id="14" name="object 14"/>
            <p:cNvSpPr/>
            <p:nvPr/>
          </p:nvSpPr>
          <p:spPr>
            <a:xfrm>
              <a:off x="1605153" y="4797425"/>
              <a:ext cx="6892925" cy="2060575"/>
            </a:xfrm>
            <a:custGeom>
              <a:avLst/>
              <a:gdLst/>
              <a:ahLst/>
              <a:cxnLst/>
              <a:rect l="l" t="t" r="r" b="b"/>
              <a:pathLst>
                <a:path w="6892925" h="2060575">
                  <a:moveTo>
                    <a:pt x="6763893" y="0"/>
                  </a:moveTo>
                  <a:lnTo>
                    <a:pt x="257555" y="0"/>
                  </a:lnTo>
                  <a:lnTo>
                    <a:pt x="207430" y="10120"/>
                  </a:lnTo>
                  <a:lnTo>
                    <a:pt x="166497" y="37718"/>
                  </a:lnTo>
                  <a:lnTo>
                    <a:pt x="138898" y="78652"/>
                  </a:lnTo>
                  <a:lnTo>
                    <a:pt x="128778" y="128777"/>
                  </a:lnTo>
                  <a:lnTo>
                    <a:pt x="128778" y="1803006"/>
                  </a:lnTo>
                  <a:lnTo>
                    <a:pt x="0" y="1803006"/>
                  </a:lnTo>
                  <a:lnTo>
                    <a:pt x="25062" y="1808066"/>
                  </a:lnTo>
                  <a:lnTo>
                    <a:pt x="45529" y="1821865"/>
                  </a:lnTo>
                  <a:lnTo>
                    <a:pt x="59328" y="1842332"/>
                  </a:lnTo>
                  <a:lnTo>
                    <a:pt x="64389" y="1867395"/>
                  </a:lnTo>
                  <a:lnTo>
                    <a:pt x="59328" y="1892457"/>
                  </a:lnTo>
                  <a:lnTo>
                    <a:pt x="45529" y="1912924"/>
                  </a:lnTo>
                  <a:lnTo>
                    <a:pt x="25062" y="1926724"/>
                  </a:lnTo>
                  <a:lnTo>
                    <a:pt x="0" y="1931784"/>
                  </a:lnTo>
                  <a:lnTo>
                    <a:pt x="128778" y="1931784"/>
                  </a:lnTo>
                  <a:lnTo>
                    <a:pt x="118657" y="1981916"/>
                  </a:lnTo>
                  <a:lnTo>
                    <a:pt x="91058" y="2022853"/>
                  </a:lnTo>
                  <a:lnTo>
                    <a:pt x="50125" y="2050454"/>
                  </a:lnTo>
                  <a:lnTo>
                    <a:pt x="0" y="2060575"/>
                  </a:lnTo>
                  <a:lnTo>
                    <a:pt x="6506337" y="2060575"/>
                  </a:lnTo>
                  <a:lnTo>
                    <a:pt x="6556462" y="2050454"/>
                  </a:lnTo>
                  <a:lnTo>
                    <a:pt x="6597396" y="2022853"/>
                  </a:lnTo>
                  <a:lnTo>
                    <a:pt x="6624994" y="1981916"/>
                  </a:lnTo>
                  <a:lnTo>
                    <a:pt x="6635115" y="1931784"/>
                  </a:lnTo>
                  <a:lnTo>
                    <a:pt x="6635115" y="257556"/>
                  </a:lnTo>
                  <a:lnTo>
                    <a:pt x="257555" y="257556"/>
                  </a:lnTo>
                  <a:lnTo>
                    <a:pt x="232493" y="252495"/>
                  </a:lnTo>
                  <a:lnTo>
                    <a:pt x="212026" y="238696"/>
                  </a:lnTo>
                  <a:lnTo>
                    <a:pt x="198227" y="218229"/>
                  </a:lnTo>
                  <a:lnTo>
                    <a:pt x="193166" y="193167"/>
                  </a:lnTo>
                  <a:lnTo>
                    <a:pt x="198227" y="168104"/>
                  </a:lnTo>
                  <a:lnTo>
                    <a:pt x="212026" y="147637"/>
                  </a:lnTo>
                  <a:lnTo>
                    <a:pt x="232493" y="133838"/>
                  </a:lnTo>
                  <a:lnTo>
                    <a:pt x="257555" y="128777"/>
                  </a:lnTo>
                  <a:lnTo>
                    <a:pt x="6892798" y="128777"/>
                  </a:lnTo>
                  <a:lnTo>
                    <a:pt x="6882657" y="78652"/>
                  </a:lnTo>
                  <a:lnTo>
                    <a:pt x="6855015" y="37718"/>
                  </a:lnTo>
                  <a:lnTo>
                    <a:pt x="6814038" y="10120"/>
                  </a:lnTo>
                  <a:lnTo>
                    <a:pt x="6763893" y="0"/>
                  </a:lnTo>
                  <a:close/>
                </a:path>
                <a:path w="6892925" h="2060575">
                  <a:moveTo>
                    <a:pt x="6892798" y="128777"/>
                  </a:moveTo>
                  <a:lnTo>
                    <a:pt x="386334" y="128777"/>
                  </a:lnTo>
                  <a:lnTo>
                    <a:pt x="376213" y="178903"/>
                  </a:lnTo>
                  <a:lnTo>
                    <a:pt x="348615" y="219837"/>
                  </a:lnTo>
                  <a:lnTo>
                    <a:pt x="307681" y="247435"/>
                  </a:lnTo>
                  <a:lnTo>
                    <a:pt x="257555" y="257556"/>
                  </a:lnTo>
                  <a:lnTo>
                    <a:pt x="6763893" y="257556"/>
                  </a:lnTo>
                  <a:lnTo>
                    <a:pt x="6814038" y="247435"/>
                  </a:lnTo>
                  <a:lnTo>
                    <a:pt x="6855015" y="219837"/>
                  </a:lnTo>
                  <a:lnTo>
                    <a:pt x="6882657" y="178903"/>
                  </a:lnTo>
                  <a:lnTo>
                    <a:pt x="6892798" y="128777"/>
                  </a:lnTo>
                  <a:close/>
                </a:path>
              </a:pathLst>
            </a:custGeom>
            <a:solidFill>
              <a:srgbClr val="66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476375" y="4926203"/>
              <a:ext cx="515620" cy="1932305"/>
            </a:xfrm>
            <a:custGeom>
              <a:avLst/>
              <a:gdLst/>
              <a:ahLst/>
              <a:cxnLst/>
              <a:rect l="l" t="t" r="r" b="b"/>
              <a:pathLst>
                <a:path w="515619" h="1932304">
                  <a:moveTo>
                    <a:pt x="515112" y="0"/>
                  </a:moveTo>
                  <a:lnTo>
                    <a:pt x="386333" y="0"/>
                  </a:lnTo>
                  <a:lnTo>
                    <a:pt x="361271" y="5060"/>
                  </a:lnTo>
                  <a:lnTo>
                    <a:pt x="340804" y="18859"/>
                  </a:lnTo>
                  <a:lnTo>
                    <a:pt x="327005" y="39326"/>
                  </a:lnTo>
                  <a:lnTo>
                    <a:pt x="321944" y="64389"/>
                  </a:lnTo>
                  <a:lnTo>
                    <a:pt x="327005" y="89451"/>
                  </a:lnTo>
                  <a:lnTo>
                    <a:pt x="340804" y="109918"/>
                  </a:lnTo>
                  <a:lnTo>
                    <a:pt x="361271" y="123717"/>
                  </a:lnTo>
                  <a:lnTo>
                    <a:pt x="386333" y="128778"/>
                  </a:lnTo>
                  <a:lnTo>
                    <a:pt x="436459" y="118657"/>
                  </a:lnTo>
                  <a:lnTo>
                    <a:pt x="477393" y="91059"/>
                  </a:lnTo>
                  <a:lnTo>
                    <a:pt x="504991" y="50125"/>
                  </a:lnTo>
                  <a:lnTo>
                    <a:pt x="515112" y="0"/>
                  </a:lnTo>
                  <a:close/>
                </a:path>
                <a:path w="515619" h="1932304">
                  <a:moveTo>
                    <a:pt x="128778" y="1674228"/>
                  </a:moveTo>
                  <a:lnTo>
                    <a:pt x="78652" y="1684348"/>
                  </a:lnTo>
                  <a:lnTo>
                    <a:pt x="37718" y="1711947"/>
                  </a:lnTo>
                  <a:lnTo>
                    <a:pt x="10120" y="1752880"/>
                  </a:lnTo>
                  <a:lnTo>
                    <a:pt x="0" y="1803006"/>
                  </a:lnTo>
                  <a:lnTo>
                    <a:pt x="10120" y="1853138"/>
                  </a:lnTo>
                  <a:lnTo>
                    <a:pt x="37719" y="1894075"/>
                  </a:lnTo>
                  <a:lnTo>
                    <a:pt x="78652" y="1921676"/>
                  </a:lnTo>
                  <a:lnTo>
                    <a:pt x="128778" y="1931797"/>
                  </a:lnTo>
                  <a:lnTo>
                    <a:pt x="178903" y="1921676"/>
                  </a:lnTo>
                  <a:lnTo>
                    <a:pt x="219837" y="1894075"/>
                  </a:lnTo>
                  <a:lnTo>
                    <a:pt x="247435" y="1853138"/>
                  </a:lnTo>
                  <a:lnTo>
                    <a:pt x="257556" y="1803006"/>
                  </a:lnTo>
                  <a:lnTo>
                    <a:pt x="128778" y="1803006"/>
                  </a:lnTo>
                  <a:lnTo>
                    <a:pt x="153840" y="1797946"/>
                  </a:lnTo>
                  <a:lnTo>
                    <a:pt x="174307" y="1784146"/>
                  </a:lnTo>
                  <a:lnTo>
                    <a:pt x="188106" y="1763679"/>
                  </a:lnTo>
                  <a:lnTo>
                    <a:pt x="193167" y="1738617"/>
                  </a:lnTo>
                  <a:lnTo>
                    <a:pt x="188106" y="1713554"/>
                  </a:lnTo>
                  <a:lnTo>
                    <a:pt x="174307" y="1693087"/>
                  </a:lnTo>
                  <a:lnTo>
                    <a:pt x="153840" y="1679288"/>
                  </a:lnTo>
                  <a:lnTo>
                    <a:pt x="128778" y="1674228"/>
                  </a:lnTo>
                  <a:close/>
                </a:path>
              </a:pathLst>
            </a:custGeom>
            <a:solidFill>
              <a:srgbClr val="52A3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476375" y="4797425"/>
              <a:ext cx="7021830" cy="2060575"/>
            </a:xfrm>
            <a:custGeom>
              <a:avLst/>
              <a:gdLst/>
              <a:ahLst/>
              <a:cxnLst/>
              <a:rect l="l" t="t" r="r" b="b"/>
              <a:pathLst>
                <a:path w="7021830" h="2060575">
                  <a:moveTo>
                    <a:pt x="257556" y="1803006"/>
                  </a:moveTo>
                  <a:lnTo>
                    <a:pt x="257556" y="128777"/>
                  </a:lnTo>
                  <a:lnTo>
                    <a:pt x="267676" y="78652"/>
                  </a:lnTo>
                  <a:lnTo>
                    <a:pt x="295275" y="37718"/>
                  </a:lnTo>
                  <a:lnTo>
                    <a:pt x="336208" y="10120"/>
                  </a:lnTo>
                  <a:lnTo>
                    <a:pt x="386333" y="0"/>
                  </a:lnTo>
                  <a:lnTo>
                    <a:pt x="6892671" y="0"/>
                  </a:lnTo>
                  <a:lnTo>
                    <a:pt x="6942816" y="10120"/>
                  </a:lnTo>
                  <a:lnTo>
                    <a:pt x="6983793" y="37718"/>
                  </a:lnTo>
                  <a:lnTo>
                    <a:pt x="7011435" y="78652"/>
                  </a:lnTo>
                  <a:lnTo>
                    <a:pt x="7021576" y="128777"/>
                  </a:lnTo>
                  <a:lnTo>
                    <a:pt x="7011435" y="178903"/>
                  </a:lnTo>
                  <a:lnTo>
                    <a:pt x="6983793" y="219837"/>
                  </a:lnTo>
                  <a:lnTo>
                    <a:pt x="6942816" y="247435"/>
                  </a:lnTo>
                  <a:lnTo>
                    <a:pt x="6892671" y="257556"/>
                  </a:lnTo>
                  <a:lnTo>
                    <a:pt x="6763893" y="257556"/>
                  </a:lnTo>
                  <a:lnTo>
                    <a:pt x="6763893" y="1931784"/>
                  </a:lnTo>
                  <a:lnTo>
                    <a:pt x="6753772" y="1981916"/>
                  </a:lnTo>
                  <a:lnTo>
                    <a:pt x="6726174" y="2022853"/>
                  </a:lnTo>
                  <a:lnTo>
                    <a:pt x="6685240" y="2050454"/>
                  </a:lnTo>
                  <a:lnTo>
                    <a:pt x="6635115" y="2060575"/>
                  </a:lnTo>
                  <a:lnTo>
                    <a:pt x="128778" y="2060575"/>
                  </a:lnTo>
                  <a:lnTo>
                    <a:pt x="78652" y="2050454"/>
                  </a:lnTo>
                  <a:lnTo>
                    <a:pt x="37719" y="2022853"/>
                  </a:lnTo>
                  <a:lnTo>
                    <a:pt x="10120" y="1981916"/>
                  </a:lnTo>
                  <a:lnTo>
                    <a:pt x="0" y="1931784"/>
                  </a:lnTo>
                  <a:lnTo>
                    <a:pt x="10120" y="1881658"/>
                  </a:lnTo>
                  <a:lnTo>
                    <a:pt x="37718" y="1840725"/>
                  </a:lnTo>
                  <a:lnTo>
                    <a:pt x="78652" y="1813126"/>
                  </a:lnTo>
                  <a:lnTo>
                    <a:pt x="128778" y="1803006"/>
                  </a:lnTo>
                  <a:lnTo>
                    <a:pt x="257556" y="1803006"/>
                  </a:lnTo>
                  <a:close/>
                </a:path>
                <a:path w="7021830" h="2060575">
                  <a:moveTo>
                    <a:pt x="386333" y="0"/>
                  </a:moveTo>
                  <a:lnTo>
                    <a:pt x="436459" y="10120"/>
                  </a:lnTo>
                  <a:lnTo>
                    <a:pt x="477393" y="37718"/>
                  </a:lnTo>
                  <a:lnTo>
                    <a:pt x="504991" y="78652"/>
                  </a:lnTo>
                  <a:lnTo>
                    <a:pt x="515112" y="128777"/>
                  </a:lnTo>
                  <a:lnTo>
                    <a:pt x="504991" y="178903"/>
                  </a:lnTo>
                  <a:lnTo>
                    <a:pt x="477393" y="219837"/>
                  </a:lnTo>
                  <a:lnTo>
                    <a:pt x="436459" y="247435"/>
                  </a:lnTo>
                  <a:lnTo>
                    <a:pt x="386333" y="257556"/>
                  </a:lnTo>
                  <a:lnTo>
                    <a:pt x="361271" y="252495"/>
                  </a:lnTo>
                  <a:lnTo>
                    <a:pt x="340804" y="238696"/>
                  </a:lnTo>
                  <a:lnTo>
                    <a:pt x="327005" y="218229"/>
                  </a:lnTo>
                  <a:lnTo>
                    <a:pt x="321944" y="193167"/>
                  </a:lnTo>
                  <a:lnTo>
                    <a:pt x="327005" y="168104"/>
                  </a:lnTo>
                  <a:lnTo>
                    <a:pt x="340804" y="147637"/>
                  </a:lnTo>
                  <a:lnTo>
                    <a:pt x="361271" y="133838"/>
                  </a:lnTo>
                  <a:lnTo>
                    <a:pt x="386333" y="128777"/>
                  </a:lnTo>
                  <a:lnTo>
                    <a:pt x="515112" y="128777"/>
                  </a:lnTo>
                </a:path>
                <a:path w="7021830" h="2060575">
                  <a:moveTo>
                    <a:pt x="6763893" y="257556"/>
                  </a:moveTo>
                  <a:lnTo>
                    <a:pt x="386333" y="257556"/>
                  </a:lnTo>
                </a:path>
              </a:pathLst>
            </a:custGeom>
            <a:ln w="9525">
              <a:solidFill>
                <a:srgbClr val="0033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600390" y="6595668"/>
              <a:ext cx="138303" cy="138302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605153" y="6600431"/>
              <a:ext cx="128905" cy="257810"/>
            </a:xfrm>
            <a:custGeom>
              <a:avLst/>
              <a:gdLst/>
              <a:ahLst/>
              <a:cxnLst/>
              <a:rect l="l" t="t" r="r" b="b"/>
              <a:pathLst>
                <a:path w="128905" h="257809">
                  <a:moveTo>
                    <a:pt x="0" y="257568"/>
                  </a:moveTo>
                  <a:lnTo>
                    <a:pt x="50125" y="247448"/>
                  </a:lnTo>
                  <a:lnTo>
                    <a:pt x="91058" y="219847"/>
                  </a:lnTo>
                  <a:lnTo>
                    <a:pt x="118657" y="178910"/>
                  </a:lnTo>
                  <a:lnTo>
                    <a:pt x="128778" y="128777"/>
                  </a:lnTo>
                  <a:lnTo>
                    <a:pt x="128778" y="0"/>
                  </a:lnTo>
                </a:path>
              </a:pathLst>
            </a:custGeom>
            <a:ln w="9525">
              <a:solidFill>
                <a:srgbClr val="0033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2423515" y="6172585"/>
            <a:ext cx="6123750" cy="826637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395603" marR="5588" indent="-1381633">
              <a:spcBef>
                <a:spcPts val="110"/>
              </a:spcBef>
              <a:tabLst>
                <a:tab pos="5066919" algn="l"/>
              </a:tabLst>
            </a:pPr>
            <a:r>
              <a:rPr sz="2640" dirty="0">
                <a:solidFill>
                  <a:srgbClr val="003366"/>
                </a:solidFill>
                <a:latin typeface="Arial"/>
                <a:cs typeface="Arial"/>
              </a:rPr>
              <a:t>In </a:t>
            </a:r>
            <a:r>
              <a:rPr sz="2640" spc="-6" dirty="0">
                <a:solidFill>
                  <a:srgbClr val="003366"/>
                </a:solidFill>
                <a:latin typeface="Arial"/>
                <a:cs typeface="Arial"/>
              </a:rPr>
              <a:t>decimal notation</a:t>
            </a:r>
            <a:r>
              <a:rPr sz="2640" spc="94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640" spc="-6" dirty="0">
                <a:solidFill>
                  <a:srgbClr val="003366"/>
                </a:solidFill>
                <a:latin typeface="Arial"/>
                <a:cs typeface="Arial"/>
              </a:rPr>
              <a:t>each</a:t>
            </a:r>
            <a:r>
              <a:rPr sz="2640" spc="38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640" spc="-6" dirty="0">
                <a:solidFill>
                  <a:srgbClr val="003366"/>
                </a:solidFill>
                <a:latin typeface="Arial"/>
                <a:cs typeface="Arial"/>
              </a:rPr>
              <a:t>number	</a:t>
            </a:r>
            <a:r>
              <a:rPr sz="2640" dirty="0">
                <a:solidFill>
                  <a:srgbClr val="003366"/>
                </a:solidFill>
                <a:latin typeface="Arial"/>
                <a:cs typeface="Arial"/>
              </a:rPr>
              <a:t>&lt;=</a:t>
            </a:r>
            <a:r>
              <a:rPr sz="2640" spc="-110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640" spc="-6" dirty="0">
                <a:solidFill>
                  <a:srgbClr val="003366"/>
                </a:solidFill>
                <a:latin typeface="Arial"/>
                <a:cs typeface="Arial"/>
              </a:rPr>
              <a:t>255  301 is </a:t>
            </a:r>
            <a:r>
              <a:rPr sz="2640" dirty="0">
                <a:solidFill>
                  <a:srgbClr val="003366"/>
                </a:solidFill>
                <a:latin typeface="Arial"/>
                <a:cs typeface="Arial"/>
              </a:rPr>
              <a:t>out </a:t>
            </a:r>
            <a:r>
              <a:rPr sz="2640" spc="-6" dirty="0">
                <a:solidFill>
                  <a:srgbClr val="003366"/>
                </a:solidFill>
                <a:latin typeface="Arial"/>
                <a:cs typeface="Arial"/>
              </a:rPr>
              <a:t>of </a:t>
            </a:r>
            <a:r>
              <a:rPr sz="2640" dirty="0">
                <a:solidFill>
                  <a:srgbClr val="003366"/>
                </a:solidFill>
                <a:latin typeface="Arial"/>
                <a:cs typeface="Arial"/>
              </a:rPr>
              <a:t>the</a:t>
            </a:r>
            <a:r>
              <a:rPr sz="2640" spc="-6" dirty="0">
                <a:solidFill>
                  <a:srgbClr val="003366"/>
                </a:solidFill>
                <a:latin typeface="Arial"/>
                <a:cs typeface="Arial"/>
              </a:rPr>
              <a:t> range</a:t>
            </a:r>
            <a:endParaRPr sz="264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51460" y="1347222"/>
            <a:ext cx="9498203" cy="4872038"/>
            <a:chOff x="228600" y="1120838"/>
            <a:chExt cx="8634730" cy="4429125"/>
          </a:xfrm>
        </p:grpSpPr>
        <p:sp>
          <p:nvSpPr>
            <p:cNvPr id="3" name="object 3"/>
            <p:cNvSpPr/>
            <p:nvPr/>
          </p:nvSpPr>
          <p:spPr>
            <a:xfrm>
              <a:off x="600075" y="1125600"/>
              <a:ext cx="8258175" cy="4419600"/>
            </a:xfrm>
            <a:custGeom>
              <a:avLst/>
              <a:gdLst/>
              <a:ahLst/>
              <a:cxnLst/>
              <a:rect l="l" t="t" r="r" b="b"/>
              <a:pathLst>
                <a:path w="8258175" h="4419600">
                  <a:moveTo>
                    <a:pt x="7981950" y="0"/>
                  </a:moveTo>
                  <a:lnTo>
                    <a:pt x="552450" y="0"/>
                  </a:lnTo>
                  <a:lnTo>
                    <a:pt x="502798" y="4447"/>
                  </a:lnTo>
                  <a:lnTo>
                    <a:pt x="456067" y="17269"/>
                  </a:lnTo>
                  <a:lnTo>
                    <a:pt x="413035" y="37690"/>
                  </a:lnTo>
                  <a:lnTo>
                    <a:pt x="374482" y="64932"/>
                  </a:lnTo>
                  <a:lnTo>
                    <a:pt x="341190" y="98215"/>
                  </a:lnTo>
                  <a:lnTo>
                    <a:pt x="313938" y="136764"/>
                  </a:lnTo>
                  <a:lnTo>
                    <a:pt x="293506" y="179801"/>
                  </a:lnTo>
                  <a:lnTo>
                    <a:pt x="280675" y="226547"/>
                  </a:lnTo>
                  <a:lnTo>
                    <a:pt x="276236" y="276098"/>
                  </a:lnTo>
                  <a:lnTo>
                    <a:pt x="276225" y="3867023"/>
                  </a:lnTo>
                  <a:lnTo>
                    <a:pt x="0" y="3867023"/>
                  </a:lnTo>
                  <a:lnTo>
                    <a:pt x="43653" y="3874065"/>
                  </a:lnTo>
                  <a:lnTo>
                    <a:pt x="81566" y="3893678"/>
                  </a:lnTo>
                  <a:lnTo>
                    <a:pt x="111464" y="3923587"/>
                  </a:lnTo>
                  <a:lnTo>
                    <a:pt x="131071" y="3961519"/>
                  </a:lnTo>
                  <a:lnTo>
                    <a:pt x="138112" y="4005199"/>
                  </a:lnTo>
                  <a:lnTo>
                    <a:pt x="131071" y="4048878"/>
                  </a:lnTo>
                  <a:lnTo>
                    <a:pt x="111464" y="4086810"/>
                  </a:lnTo>
                  <a:lnTo>
                    <a:pt x="81566" y="4116719"/>
                  </a:lnTo>
                  <a:lnTo>
                    <a:pt x="43653" y="4136332"/>
                  </a:lnTo>
                  <a:lnTo>
                    <a:pt x="0" y="4143375"/>
                  </a:lnTo>
                  <a:lnTo>
                    <a:pt x="276225" y="4143375"/>
                  </a:lnTo>
                  <a:lnTo>
                    <a:pt x="271774" y="4193019"/>
                  </a:lnTo>
                  <a:lnTo>
                    <a:pt x="258943" y="4239747"/>
                  </a:lnTo>
                  <a:lnTo>
                    <a:pt x="238511" y="4282778"/>
                  </a:lnTo>
                  <a:lnTo>
                    <a:pt x="211259" y="4321331"/>
                  </a:lnTo>
                  <a:lnTo>
                    <a:pt x="177967" y="4354626"/>
                  </a:lnTo>
                  <a:lnTo>
                    <a:pt x="139414" y="4381881"/>
                  </a:lnTo>
                  <a:lnTo>
                    <a:pt x="96382" y="4402315"/>
                  </a:lnTo>
                  <a:lnTo>
                    <a:pt x="49651" y="4415148"/>
                  </a:lnTo>
                  <a:lnTo>
                    <a:pt x="0" y="4419600"/>
                  </a:lnTo>
                  <a:lnTo>
                    <a:pt x="7429500" y="4419600"/>
                  </a:lnTo>
                  <a:lnTo>
                    <a:pt x="7479144" y="4415148"/>
                  </a:lnTo>
                  <a:lnTo>
                    <a:pt x="7525872" y="4402315"/>
                  </a:lnTo>
                  <a:lnTo>
                    <a:pt x="7568903" y="4381881"/>
                  </a:lnTo>
                  <a:lnTo>
                    <a:pt x="7607456" y="4354626"/>
                  </a:lnTo>
                  <a:lnTo>
                    <a:pt x="7640751" y="4321331"/>
                  </a:lnTo>
                  <a:lnTo>
                    <a:pt x="7668006" y="4282778"/>
                  </a:lnTo>
                  <a:lnTo>
                    <a:pt x="7688440" y="4239747"/>
                  </a:lnTo>
                  <a:lnTo>
                    <a:pt x="7701273" y="4193019"/>
                  </a:lnTo>
                  <a:lnTo>
                    <a:pt x="7705725" y="4143375"/>
                  </a:lnTo>
                  <a:lnTo>
                    <a:pt x="7705725" y="552450"/>
                  </a:lnTo>
                  <a:lnTo>
                    <a:pt x="552450" y="552450"/>
                  </a:lnTo>
                  <a:lnTo>
                    <a:pt x="508796" y="545407"/>
                  </a:lnTo>
                  <a:lnTo>
                    <a:pt x="470883" y="525794"/>
                  </a:lnTo>
                  <a:lnTo>
                    <a:pt x="440985" y="495885"/>
                  </a:lnTo>
                  <a:lnTo>
                    <a:pt x="421378" y="457953"/>
                  </a:lnTo>
                  <a:lnTo>
                    <a:pt x="414337" y="414274"/>
                  </a:lnTo>
                  <a:lnTo>
                    <a:pt x="421378" y="370594"/>
                  </a:lnTo>
                  <a:lnTo>
                    <a:pt x="440985" y="332662"/>
                  </a:lnTo>
                  <a:lnTo>
                    <a:pt x="470883" y="302753"/>
                  </a:lnTo>
                  <a:lnTo>
                    <a:pt x="508796" y="283140"/>
                  </a:lnTo>
                  <a:lnTo>
                    <a:pt x="552450" y="276098"/>
                  </a:lnTo>
                  <a:lnTo>
                    <a:pt x="8258163" y="276098"/>
                  </a:lnTo>
                  <a:lnTo>
                    <a:pt x="8253723" y="226547"/>
                  </a:lnTo>
                  <a:lnTo>
                    <a:pt x="8240890" y="179801"/>
                  </a:lnTo>
                  <a:lnTo>
                    <a:pt x="8220456" y="136764"/>
                  </a:lnTo>
                  <a:lnTo>
                    <a:pt x="8193201" y="98215"/>
                  </a:lnTo>
                  <a:lnTo>
                    <a:pt x="8159906" y="64932"/>
                  </a:lnTo>
                  <a:lnTo>
                    <a:pt x="8121353" y="37690"/>
                  </a:lnTo>
                  <a:lnTo>
                    <a:pt x="8078322" y="17269"/>
                  </a:lnTo>
                  <a:lnTo>
                    <a:pt x="8031594" y="4447"/>
                  </a:lnTo>
                  <a:lnTo>
                    <a:pt x="7981950" y="0"/>
                  </a:lnTo>
                  <a:close/>
                </a:path>
                <a:path w="8258175" h="4419600">
                  <a:moveTo>
                    <a:pt x="8258163" y="276098"/>
                  </a:moveTo>
                  <a:lnTo>
                    <a:pt x="552450" y="276098"/>
                  </a:lnTo>
                  <a:lnTo>
                    <a:pt x="828675" y="276225"/>
                  </a:lnTo>
                  <a:lnTo>
                    <a:pt x="824223" y="325869"/>
                  </a:lnTo>
                  <a:lnTo>
                    <a:pt x="811390" y="372597"/>
                  </a:lnTo>
                  <a:lnTo>
                    <a:pt x="790956" y="415628"/>
                  </a:lnTo>
                  <a:lnTo>
                    <a:pt x="763701" y="454181"/>
                  </a:lnTo>
                  <a:lnTo>
                    <a:pt x="730406" y="487476"/>
                  </a:lnTo>
                  <a:lnTo>
                    <a:pt x="691853" y="514730"/>
                  </a:lnTo>
                  <a:lnTo>
                    <a:pt x="648822" y="535165"/>
                  </a:lnTo>
                  <a:lnTo>
                    <a:pt x="602094" y="547998"/>
                  </a:lnTo>
                  <a:lnTo>
                    <a:pt x="552450" y="552450"/>
                  </a:lnTo>
                  <a:lnTo>
                    <a:pt x="7981950" y="552450"/>
                  </a:lnTo>
                  <a:lnTo>
                    <a:pt x="8031594" y="547998"/>
                  </a:lnTo>
                  <a:lnTo>
                    <a:pt x="8078322" y="535165"/>
                  </a:lnTo>
                  <a:lnTo>
                    <a:pt x="8121353" y="514730"/>
                  </a:lnTo>
                  <a:lnTo>
                    <a:pt x="8159906" y="487476"/>
                  </a:lnTo>
                  <a:lnTo>
                    <a:pt x="8193201" y="454181"/>
                  </a:lnTo>
                  <a:lnTo>
                    <a:pt x="8220456" y="415628"/>
                  </a:lnTo>
                  <a:lnTo>
                    <a:pt x="8240890" y="372597"/>
                  </a:lnTo>
                  <a:lnTo>
                    <a:pt x="8253723" y="325869"/>
                  </a:lnTo>
                  <a:lnTo>
                    <a:pt x="8258175" y="276225"/>
                  </a:lnTo>
                  <a:close/>
                </a:path>
              </a:pathLst>
            </a:custGeom>
            <a:solidFill>
              <a:srgbClr val="99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23850" y="1401698"/>
              <a:ext cx="1104900" cy="4144010"/>
            </a:xfrm>
            <a:custGeom>
              <a:avLst/>
              <a:gdLst/>
              <a:ahLst/>
              <a:cxnLst/>
              <a:rect l="l" t="t" r="r" b="b"/>
              <a:pathLst>
                <a:path w="1104900" h="4144010">
                  <a:moveTo>
                    <a:pt x="828675" y="0"/>
                  </a:moveTo>
                  <a:lnTo>
                    <a:pt x="785021" y="7042"/>
                  </a:lnTo>
                  <a:lnTo>
                    <a:pt x="747108" y="26655"/>
                  </a:lnTo>
                  <a:lnTo>
                    <a:pt x="717210" y="56564"/>
                  </a:lnTo>
                  <a:lnTo>
                    <a:pt x="697603" y="94496"/>
                  </a:lnTo>
                  <a:lnTo>
                    <a:pt x="690562" y="138175"/>
                  </a:lnTo>
                  <a:lnTo>
                    <a:pt x="697603" y="181855"/>
                  </a:lnTo>
                  <a:lnTo>
                    <a:pt x="717210" y="219787"/>
                  </a:lnTo>
                  <a:lnTo>
                    <a:pt x="747108" y="249696"/>
                  </a:lnTo>
                  <a:lnTo>
                    <a:pt x="785021" y="269309"/>
                  </a:lnTo>
                  <a:lnTo>
                    <a:pt x="828675" y="276351"/>
                  </a:lnTo>
                  <a:lnTo>
                    <a:pt x="878319" y="271900"/>
                  </a:lnTo>
                  <a:lnTo>
                    <a:pt x="925047" y="259067"/>
                  </a:lnTo>
                  <a:lnTo>
                    <a:pt x="968078" y="238632"/>
                  </a:lnTo>
                  <a:lnTo>
                    <a:pt x="1006631" y="211378"/>
                  </a:lnTo>
                  <a:lnTo>
                    <a:pt x="1039926" y="178083"/>
                  </a:lnTo>
                  <a:lnTo>
                    <a:pt x="1067181" y="139530"/>
                  </a:lnTo>
                  <a:lnTo>
                    <a:pt x="1087615" y="96499"/>
                  </a:lnTo>
                  <a:lnTo>
                    <a:pt x="1100448" y="49771"/>
                  </a:lnTo>
                  <a:lnTo>
                    <a:pt x="1104900" y="126"/>
                  </a:lnTo>
                  <a:lnTo>
                    <a:pt x="828675" y="0"/>
                  </a:lnTo>
                  <a:close/>
                </a:path>
                <a:path w="1104900" h="4144010">
                  <a:moveTo>
                    <a:pt x="276225" y="3590925"/>
                  </a:moveTo>
                  <a:lnTo>
                    <a:pt x="226573" y="3595376"/>
                  </a:lnTo>
                  <a:lnTo>
                    <a:pt x="179842" y="3608210"/>
                  </a:lnTo>
                  <a:lnTo>
                    <a:pt x="136810" y="3628648"/>
                  </a:lnTo>
                  <a:lnTo>
                    <a:pt x="98257" y="3655909"/>
                  </a:lnTo>
                  <a:lnTo>
                    <a:pt x="64965" y="3689214"/>
                  </a:lnTo>
                  <a:lnTo>
                    <a:pt x="37713" y="3727783"/>
                  </a:lnTo>
                  <a:lnTo>
                    <a:pt x="17281" y="3770837"/>
                  </a:lnTo>
                  <a:lnTo>
                    <a:pt x="4450" y="3817594"/>
                  </a:lnTo>
                  <a:lnTo>
                    <a:pt x="0" y="3867277"/>
                  </a:lnTo>
                  <a:lnTo>
                    <a:pt x="4450" y="3916921"/>
                  </a:lnTo>
                  <a:lnTo>
                    <a:pt x="17281" y="3963649"/>
                  </a:lnTo>
                  <a:lnTo>
                    <a:pt x="37713" y="4006680"/>
                  </a:lnTo>
                  <a:lnTo>
                    <a:pt x="64965" y="4045233"/>
                  </a:lnTo>
                  <a:lnTo>
                    <a:pt x="98257" y="4078528"/>
                  </a:lnTo>
                  <a:lnTo>
                    <a:pt x="136810" y="4105783"/>
                  </a:lnTo>
                  <a:lnTo>
                    <a:pt x="179842" y="4126217"/>
                  </a:lnTo>
                  <a:lnTo>
                    <a:pt x="226573" y="4139050"/>
                  </a:lnTo>
                  <a:lnTo>
                    <a:pt x="276225" y="4143502"/>
                  </a:lnTo>
                  <a:lnTo>
                    <a:pt x="325876" y="4139050"/>
                  </a:lnTo>
                  <a:lnTo>
                    <a:pt x="372607" y="4126217"/>
                  </a:lnTo>
                  <a:lnTo>
                    <a:pt x="415639" y="4105783"/>
                  </a:lnTo>
                  <a:lnTo>
                    <a:pt x="454192" y="4078528"/>
                  </a:lnTo>
                  <a:lnTo>
                    <a:pt x="487484" y="4045233"/>
                  </a:lnTo>
                  <a:lnTo>
                    <a:pt x="514736" y="4006680"/>
                  </a:lnTo>
                  <a:lnTo>
                    <a:pt x="535168" y="3963649"/>
                  </a:lnTo>
                  <a:lnTo>
                    <a:pt x="547999" y="3916921"/>
                  </a:lnTo>
                  <a:lnTo>
                    <a:pt x="552450" y="3867277"/>
                  </a:lnTo>
                  <a:lnTo>
                    <a:pt x="276225" y="3867277"/>
                  </a:lnTo>
                  <a:lnTo>
                    <a:pt x="319878" y="3860234"/>
                  </a:lnTo>
                  <a:lnTo>
                    <a:pt x="357791" y="3840621"/>
                  </a:lnTo>
                  <a:lnTo>
                    <a:pt x="387689" y="3810712"/>
                  </a:lnTo>
                  <a:lnTo>
                    <a:pt x="407296" y="3772780"/>
                  </a:lnTo>
                  <a:lnTo>
                    <a:pt x="414337" y="3729101"/>
                  </a:lnTo>
                  <a:lnTo>
                    <a:pt x="407296" y="3685421"/>
                  </a:lnTo>
                  <a:lnTo>
                    <a:pt x="387689" y="3647489"/>
                  </a:lnTo>
                  <a:lnTo>
                    <a:pt x="357791" y="3617580"/>
                  </a:lnTo>
                  <a:lnTo>
                    <a:pt x="319878" y="3597967"/>
                  </a:lnTo>
                  <a:lnTo>
                    <a:pt x="276225" y="3590925"/>
                  </a:lnTo>
                  <a:close/>
                </a:path>
              </a:pathLst>
            </a:custGeom>
            <a:solidFill>
              <a:srgbClr val="7AA3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23850" y="1125600"/>
              <a:ext cx="8534400" cy="4419600"/>
            </a:xfrm>
            <a:custGeom>
              <a:avLst/>
              <a:gdLst/>
              <a:ahLst/>
              <a:cxnLst/>
              <a:rect l="l" t="t" r="r" b="b"/>
              <a:pathLst>
                <a:path w="8534400" h="4419600">
                  <a:moveTo>
                    <a:pt x="552450" y="3867023"/>
                  </a:moveTo>
                  <a:lnTo>
                    <a:pt x="552450" y="276225"/>
                  </a:lnTo>
                  <a:lnTo>
                    <a:pt x="556900" y="226547"/>
                  </a:lnTo>
                  <a:lnTo>
                    <a:pt x="569731" y="179801"/>
                  </a:lnTo>
                  <a:lnTo>
                    <a:pt x="590163" y="136764"/>
                  </a:lnTo>
                  <a:lnTo>
                    <a:pt x="617415" y="98215"/>
                  </a:lnTo>
                  <a:lnTo>
                    <a:pt x="650707" y="64932"/>
                  </a:lnTo>
                  <a:lnTo>
                    <a:pt x="689260" y="37690"/>
                  </a:lnTo>
                  <a:lnTo>
                    <a:pt x="732292" y="17269"/>
                  </a:lnTo>
                  <a:lnTo>
                    <a:pt x="779023" y="4447"/>
                  </a:lnTo>
                  <a:lnTo>
                    <a:pt x="828675" y="0"/>
                  </a:lnTo>
                  <a:lnTo>
                    <a:pt x="8258175" y="0"/>
                  </a:lnTo>
                  <a:lnTo>
                    <a:pt x="8307819" y="4447"/>
                  </a:lnTo>
                  <a:lnTo>
                    <a:pt x="8354547" y="17269"/>
                  </a:lnTo>
                  <a:lnTo>
                    <a:pt x="8397578" y="37690"/>
                  </a:lnTo>
                  <a:lnTo>
                    <a:pt x="8436131" y="64932"/>
                  </a:lnTo>
                  <a:lnTo>
                    <a:pt x="8469426" y="98215"/>
                  </a:lnTo>
                  <a:lnTo>
                    <a:pt x="8496681" y="136764"/>
                  </a:lnTo>
                  <a:lnTo>
                    <a:pt x="8517115" y="179801"/>
                  </a:lnTo>
                  <a:lnTo>
                    <a:pt x="8529948" y="226547"/>
                  </a:lnTo>
                  <a:lnTo>
                    <a:pt x="8534400" y="276225"/>
                  </a:lnTo>
                  <a:lnTo>
                    <a:pt x="8529948" y="325869"/>
                  </a:lnTo>
                  <a:lnTo>
                    <a:pt x="8517115" y="372597"/>
                  </a:lnTo>
                  <a:lnTo>
                    <a:pt x="8496681" y="415628"/>
                  </a:lnTo>
                  <a:lnTo>
                    <a:pt x="8469426" y="454181"/>
                  </a:lnTo>
                  <a:lnTo>
                    <a:pt x="8436131" y="487476"/>
                  </a:lnTo>
                  <a:lnTo>
                    <a:pt x="8397578" y="514730"/>
                  </a:lnTo>
                  <a:lnTo>
                    <a:pt x="8354547" y="535165"/>
                  </a:lnTo>
                  <a:lnTo>
                    <a:pt x="8307819" y="547998"/>
                  </a:lnTo>
                  <a:lnTo>
                    <a:pt x="8258175" y="552450"/>
                  </a:lnTo>
                  <a:lnTo>
                    <a:pt x="7981950" y="552450"/>
                  </a:lnTo>
                  <a:lnTo>
                    <a:pt x="7981950" y="4143375"/>
                  </a:lnTo>
                  <a:lnTo>
                    <a:pt x="7977498" y="4193019"/>
                  </a:lnTo>
                  <a:lnTo>
                    <a:pt x="7964665" y="4239747"/>
                  </a:lnTo>
                  <a:lnTo>
                    <a:pt x="7944231" y="4282778"/>
                  </a:lnTo>
                  <a:lnTo>
                    <a:pt x="7916976" y="4321331"/>
                  </a:lnTo>
                  <a:lnTo>
                    <a:pt x="7883681" y="4354626"/>
                  </a:lnTo>
                  <a:lnTo>
                    <a:pt x="7845128" y="4381881"/>
                  </a:lnTo>
                  <a:lnTo>
                    <a:pt x="7802097" y="4402315"/>
                  </a:lnTo>
                  <a:lnTo>
                    <a:pt x="7755369" y="4415148"/>
                  </a:lnTo>
                  <a:lnTo>
                    <a:pt x="7705725" y="4419600"/>
                  </a:lnTo>
                  <a:lnTo>
                    <a:pt x="276225" y="4419600"/>
                  </a:lnTo>
                  <a:lnTo>
                    <a:pt x="226573" y="4415148"/>
                  </a:lnTo>
                  <a:lnTo>
                    <a:pt x="179842" y="4402315"/>
                  </a:lnTo>
                  <a:lnTo>
                    <a:pt x="136810" y="4381881"/>
                  </a:lnTo>
                  <a:lnTo>
                    <a:pt x="98257" y="4354626"/>
                  </a:lnTo>
                  <a:lnTo>
                    <a:pt x="64965" y="4321331"/>
                  </a:lnTo>
                  <a:lnTo>
                    <a:pt x="37713" y="4282778"/>
                  </a:lnTo>
                  <a:lnTo>
                    <a:pt x="17281" y="4239747"/>
                  </a:lnTo>
                  <a:lnTo>
                    <a:pt x="4450" y="4193019"/>
                  </a:lnTo>
                  <a:lnTo>
                    <a:pt x="0" y="4143375"/>
                  </a:lnTo>
                  <a:lnTo>
                    <a:pt x="4450" y="4093692"/>
                  </a:lnTo>
                  <a:lnTo>
                    <a:pt x="17281" y="4046935"/>
                  </a:lnTo>
                  <a:lnTo>
                    <a:pt x="37713" y="4003881"/>
                  </a:lnTo>
                  <a:lnTo>
                    <a:pt x="64965" y="3965312"/>
                  </a:lnTo>
                  <a:lnTo>
                    <a:pt x="98257" y="3932007"/>
                  </a:lnTo>
                  <a:lnTo>
                    <a:pt x="136810" y="3904746"/>
                  </a:lnTo>
                  <a:lnTo>
                    <a:pt x="179842" y="3884308"/>
                  </a:lnTo>
                  <a:lnTo>
                    <a:pt x="226573" y="3871474"/>
                  </a:lnTo>
                  <a:lnTo>
                    <a:pt x="276225" y="3867023"/>
                  </a:lnTo>
                  <a:lnTo>
                    <a:pt x="552450" y="3867023"/>
                  </a:lnTo>
                  <a:close/>
                </a:path>
                <a:path w="8534400" h="4419600">
                  <a:moveTo>
                    <a:pt x="828675" y="0"/>
                  </a:moveTo>
                  <a:lnTo>
                    <a:pt x="878319" y="4447"/>
                  </a:lnTo>
                  <a:lnTo>
                    <a:pt x="925047" y="17269"/>
                  </a:lnTo>
                  <a:lnTo>
                    <a:pt x="968078" y="37690"/>
                  </a:lnTo>
                  <a:lnTo>
                    <a:pt x="1006631" y="64932"/>
                  </a:lnTo>
                  <a:lnTo>
                    <a:pt x="1039926" y="98215"/>
                  </a:lnTo>
                  <a:lnTo>
                    <a:pt x="1067181" y="136764"/>
                  </a:lnTo>
                  <a:lnTo>
                    <a:pt x="1087615" y="179801"/>
                  </a:lnTo>
                  <a:lnTo>
                    <a:pt x="1100448" y="226547"/>
                  </a:lnTo>
                  <a:lnTo>
                    <a:pt x="1104900" y="276225"/>
                  </a:lnTo>
                  <a:lnTo>
                    <a:pt x="1100448" y="325869"/>
                  </a:lnTo>
                  <a:lnTo>
                    <a:pt x="1087615" y="372597"/>
                  </a:lnTo>
                  <a:lnTo>
                    <a:pt x="1067181" y="415628"/>
                  </a:lnTo>
                  <a:lnTo>
                    <a:pt x="1039926" y="454181"/>
                  </a:lnTo>
                  <a:lnTo>
                    <a:pt x="1006631" y="487476"/>
                  </a:lnTo>
                  <a:lnTo>
                    <a:pt x="968078" y="514730"/>
                  </a:lnTo>
                  <a:lnTo>
                    <a:pt x="925047" y="535165"/>
                  </a:lnTo>
                  <a:lnTo>
                    <a:pt x="878319" y="547998"/>
                  </a:lnTo>
                  <a:lnTo>
                    <a:pt x="828675" y="552450"/>
                  </a:lnTo>
                  <a:lnTo>
                    <a:pt x="785021" y="545407"/>
                  </a:lnTo>
                  <a:lnTo>
                    <a:pt x="747108" y="525794"/>
                  </a:lnTo>
                  <a:lnTo>
                    <a:pt x="717210" y="495885"/>
                  </a:lnTo>
                  <a:lnTo>
                    <a:pt x="697603" y="457953"/>
                  </a:lnTo>
                  <a:lnTo>
                    <a:pt x="690562" y="414274"/>
                  </a:lnTo>
                  <a:lnTo>
                    <a:pt x="697603" y="370594"/>
                  </a:lnTo>
                  <a:lnTo>
                    <a:pt x="717210" y="332662"/>
                  </a:lnTo>
                  <a:lnTo>
                    <a:pt x="747108" y="302753"/>
                  </a:lnTo>
                  <a:lnTo>
                    <a:pt x="785021" y="283140"/>
                  </a:lnTo>
                  <a:lnTo>
                    <a:pt x="828675" y="276098"/>
                  </a:lnTo>
                  <a:lnTo>
                    <a:pt x="1104900" y="276225"/>
                  </a:lnTo>
                </a:path>
                <a:path w="8534400" h="4419600">
                  <a:moveTo>
                    <a:pt x="7981950" y="552450"/>
                  </a:moveTo>
                  <a:lnTo>
                    <a:pt x="828675" y="552450"/>
                  </a:lnTo>
                </a:path>
                <a:path w="8534400" h="4419600">
                  <a:moveTo>
                    <a:pt x="276225" y="3867023"/>
                  </a:moveTo>
                  <a:lnTo>
                    <a:pt x="319878" y="3874065"/>
                  </a:lnTo>
                  <a:lnTo>
                    <a:pt x="357791" y="3893678"/>
                  </a:lnTo>
                  <a:lnTo>
                    <a:pt x="387689" y="3923587"/>
                  </a:lnTo>
                  <a:lnTo>
                    <a:pt x="407296" y="3961519"/>
                  </a:lnTo>
                  <a:lnTo>
                    <a:pt x="414337" y="4005199"/>
                  </a:lnTo>
                  <a:lnTo>
                    <a:pt x="407296" y="4048878"/>
                  </a:lnTo>
                  <a:lnTo>
                    <a:pt x="387689" y="4086810"/>
                  </a:lnTo>
                  <a:lnTo>
                    <a:pt x="357791" y="4116719"/>
                  </a:lnTo>
                  <a:lnTo>
                    <a:pt x="319878" y="4136332"/>
                  </a:lnTo>
                  <a:lnTo>
                    <a:pt x="276225" y="4143375"/>
                  </a:lnTo>
                  <a:lnTo>
                    <a:pt x="552450" y="4143375"/>
                  </a:lnTo>
                </a:path>
                <a:path w="8534400" h="4419600">
                  <a:moveTo>
                    <a:pt x="276225" y="4419600"/>
                  </a:moveTo>
                  <a:lnTo>
                    <a:pt x="325876" y="4415148"/>
                  </a:lnTo>
                  <a:lnTo>
                    <a:pt x="372607" y="4402315"/>
                  </a:lnTo>
                  <a:lnTo>
                    <a:pt x="415639" y="4381881"/>
                  </a:lnTo>
                  <a:lnTo>
                    <a:pt x="454192" y="4354626"/>
                  </a:lnTo>
                  <a:lnTo>
                    <a:pt x="487484" y="4321331"/>
                  </a:lnTo>
                  <a:lnTo>
                    <a:pt x="514736" y="4282778"/>
                  </a:lnTo>
                  <a:lnTo>
                    <a:pt x="535168" y="4239747"/>
                  </a:lnTo>
                  <a:lnTo>
                    <a:pt x="547999" y="4193019"/>
                  </a:lnTo>
                  <a:lnTo>
                    <a:pt x="552450" y="4143375"/>
                  </a:lnTo>
                  <a:lnTo>
                    <a:pt x="552450" y="3867023"/>
                  </a:lnTo>
                </a:path>
              </a:pathLst>
            </a:custGeom>
            <a:ln w="9525">
              <a:solidFill>
                <a:srgbClr val="0033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040711" y="3398511"/>
            <a:ext cx="4061778" cy="1504451"/>
          </a:xfrm>
          <a:prstGeom prst="rect">
            <a:avLst/>
          </a:prstGeom>
        </p:spPr>
        <p:txBody>
          <a:bodyPr vert="horz" wrap="square" lIns="0" tIns="14669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3970" marR="5588" indent="349949">
              <a:spcBef>
                <a:spcPts val="116"/>
              </a:spcBef>
            </a:pPr>
            <a:r>
              <a:rPr sz="4840" b="1" spc="-6" dirty="0">
                <a:latin typeface="Times New Roman"/>
                <a:cs typeface="Times New Roman"/>
              </a:rPr>
              <a:t>CLASSFUL  ADDRESSING</a:t>
            </a:r>
            <a:endParaRPr sz="4840">
              <a:latin typeface="Times New Roman"/>
              <a:cs typeface="Times New Roman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AFC436-839D-F446-99C9-6BFE883B7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0269B-3FF7-874D-8ED1-2D9E2506D078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51460" y="1347222"/>
            <a:ext cx="9498203" cy="4872038"/>
            <a:chOff x="228600" y="1120838"/>
            <a:chExt cx="8634730" cy="4429125"/>
          </a:xfrm>
        </p:grpSpPr>
        <p:sp>
          <p:nvSpPr>
            <p:cNvPr id="3" name="object 3"/>
            <p:cNvSpPr/>
            <p:nvPr/>
          </p:nvSpPr>
          <p:spPr>
            <a:xfrm>
              <a:off x="600075" y="1125600"/>
              <a:ext cx="8258175" cy="4419600"/>
            </a:xfrm>
            <a:custGeom>
              <a:avLst/>
              <a:gdLst/>
              <a:ahLst/>
              <a:cxnLst/>
              <a:rect l="l" t="t" r="r" b="b"/>
              <a:pathLst>
                <a:path w="8258175" h="4419600">
                  <a:moveTo>
                    <a:pt x="7981950" y="0"/>
                  </a:moveTo>
                  <a:lnTo>
                    <a:pt x="552450" y="0"/>
                  </a:lnTo>
                  <a:lnTo>
                    <a:pt x="502798" y="4447"/>
                  </a:lnTo>
                  <a:lnTo>
                    <a:pt x="456067" y="17269"/>
                  </a:lnTo>
                  <a:lnTo>
                    <a:pt x="413035" y="37690"/>
                  </a:lnTo>
                  <a:lnTo>
                    <a:pt x="374482" y="64932"/>
                  </a:lnTo>
                  <a:lnTo>
                    <a:pt x="341190" y="98215"/>
                  </a:lnTo>
                  <a:lnTo>
                    <a:pt x="313938" y="136764"/>
                  </a:lnTo>
                  <a:lnTo>
                    <a:pt x="293506" y="179801"/>
                  </a:lnTo>
                  <a:lnTo>
                    <a:pt x="280675" y="226547"/>
                  </a:lnTo>
                  <a:lnTo>
                    <a:pt x="276236" y="276098"/>
                  </a:lnTo>
                  <a:lnTo>
                    <a:pt x="276225" y="3867023"/>
                  </a:lnTo>
                  <a:lnTo>
                    <a:pt x="0" y="3867023"/>
                  </a:lnTo>
                  <a:lnTo>
                    <a:pt x="43653" y="3874065"/>
                  </a:lnTo>
                  <a:lnTo>
                    <a:pt x="81566" y="3893678"/>
                  </a:lnTo>
                  <a:lnTo>
                    <a:pt x="111464" y="3923587"/>
                  </a:lnTo>
                  <a:lnTo>
                    <a:pt x="131071" y="3961519"/>
                  </a:lnTo>
                  <a:lnTo>
                    <a:pt x="138112" y="4005199"/>
                  </a:lnTo>
                  <a:lnTo>
                    <a:pt x="131071" y="4048878"/>
                  </a:lnTo>
                  <a:lnTo>
                    <a:pt x="111464" y="4086810"/>
                  </a:lnTo>
                  <a:lnTo>
                    <a:pt x="81566" y="4116719"/>
                  </a:lnTo>
                  <a:lnTo>
                    <a:pt x="43653" y="4136332"/>
                  </a:lnTo>
                  <a:lnTo>
                    <a:pt x="0" y="4143375"/>
                  </a:lnTo>
                  <a:lnTo>
                    <a:pt x="276225" y="4143375"/>
                  </a:lnTo>
                  <a:lnTo>
                    <a:pt x="271774" y="4193019"/>
                  </a:lnTo>
                  <a:lnTo>
                    <a:pt x="258943" y="4239747"/>
                  </a:lnTo>
                  <a:lnTo>
                    <a:pt x="238511" y="4282778"/>
                  </a:lnTo>
                  <a:lnTo>
                    <a:pt x="211259" y="4321331"/>
                  </a:lnTo>
                  <a:lnTo>
                    <a:pt x="177967" y="4354626"/>
                  </a:lnTo>
                  <a:lnTo>
                    <a:pt x="139414" y="4381881"/>
                  </a:lnTo>
                  <a:lnTo>
                    <a:pt x="96382" y="4402315"/>
                  </a:lnTo>
                  <a:lnTo>
                    <a:pt x="49651" y="4415148"/>
                  </a:lnTo>
                  <a:lnTo>
                    <a:pt x="0" y="4419600"/>
                  </a:lnTo>
                  <a:lnTo>
                    <a:pt x="7429500" y="4419600"/>
                  </a:lnTo>
                  <a:lnTo>
                    <a:pt x="7479144" y="4415148"/>
                  </a:lnTo>
                  <a:lnTo>
                    <a:pt x="7525872" y="4402315"/>
                  </a:lnTo>
                  <a:lnTo>
                    <a:pt x="7568903" y="4381881"/>
                  </a:lnTo>
                  <a:lnTo>
                    <a:pt x="7607456" y="4354626"/>
                  </a:lnTo>
                  <a:lnTo>
                    <a:pt x="7640751" y="4321331"/>
                  </a:lnTo>
                  <a:lnTo>
                    <a:pt x="7668006" y="4282778"/>
                  </a:lnTo>
                  <a:lnTo>
                    <a:pt x="7688440" y="4239747"/>
                  </a:lnTo>
                  <a:lnTo>
                    <a:pt x="7701273" y="4193019"/>
                  </a:lnTo>
                  <a:lnTo>
                    <a:pt x="7705725" y="4143375"/>
                  </a:lnTo>
                  <a:lnTo>
                    <a:pt x="7705725" y="552450"/>
                  </a:lnTo>
                  <a:lnTo>
                    <a:pt x="552450" y="552450"/>
                  </a:lnTo>
                  <a:lnTo>
                    <a:pt x="508796" y="545407"/>
                  </a:lnTo>
                  <a:lnTo>
                    <a:pt x="470883" y="525794"/>
                  </a:lnTo>
                  <a:lnTo>
                    <a:pt x="440985" y="495885"/>
                  </a:lnTo>
                  <a:lnTo>
                    <a:pt x="421378" y="457953"/>
                  </a:lnTo>
                  <a:lnTo>
                    <a:pt x="414337" y="414274"/>
                  </a:lnTo>
                  <a:lnTo>
                    <a:pt x="421378" y="370594"/>
                  </a:lnTo>
                  <a:lnTo>
                    <a:pt x="440985" y="332662"/>
                  </a:lnTo>
                  <a:lnTo>
                    <a:pt x="470883" y="302753"/>
                  </a:lnTo>
                  <a:lnTo>
                    <a:pt x="508796" y="283140"/>
                  </a:lnTo>
                  <a:lnTo>
                    <a:pt x="552450" y="276098"/>
                  </a:lnTo>
                  <a:lnTo>
                    <a:pt x="8258163" y="276098"/>
                  </a:lnTo>
                  <a:lnTo>
                    <a:pt x="8253723" y="226547"/>
                  </a:lnTo>
                  <a:lnTo>
                    <a:pt x="8240890" y="179801"/>
                  </a:lnTo>
                  <a:lnTo>
                    <a:pt x="8220456" y="136764"/>
                  </a:lnTo>
                  <a:lnTo>
                    <a:pt x="8193201" y="98215"/>
                  </a:lnTo>
                  <a:lnTo>
                    <a:pt x="8159906" y="64932"/>
                  </a:lnTo>
                  <a:lnTo>
                    <a:pt x="8121353" y="37690"/>
                  </a:lnTo>
                  <a:lnTo>
                    <a:pt x="8078322" y="17269"/>
                  </a:lnTo>
                  <a:lnTo>
                    <a:pt x="8031594" y="4447"/>
                  </a:lnTo>
                  <a:lnTo>
                    <a:pt x="7981950" y="0"/>
                  </a:lnTo>
                  <a:close/>
                </a:path>
                <a:path w="8258175" h="4419600">
                  <a:moveTo>
                    <a:pt x="8258163" y="276098"/>
                  </a:moveTo>
                  <a:lnTo>
                    <a:pt x="552450" y="276098"/>
                  </a:lnTo>
                  <a:lnTo>
                    <a:pt x="828675" y="276225"/>
                  </a:lnTo>
                  <a:lnTo>
                    <a:pt x="824223" y="325869"/>
                  </a:lnTo>
                  <a:lnTo>
                    <a:pt x="811390" y="372597"/>
                  </a:lnTo>
                  <a:lnTo>
                    <a:pt x="790956" y="415628"/>
                  </a:lnTo>
                  <a:lnTo>
                    <a:pt x="763701" y="454181"/>
                  </a:lnTo>
                  <a:lnTo>
                    <a:pt x="730406" y="487476"/>
                  </a:lnTo>
                  <a:lnTo>
                    <a:pt x="691853" y="514730"/>
                  </a:lnTo>
                  <a:lnTo>
                    <a:pt x="648822" y="535165"/>
                  </a:lnTo>
                  <a:lnTo>
                    <a:pt x="602094" y="547998"/>
                  </a:lnTo>
                  <a:lnTo>
                    <a:pt x="552450" y="552450"/>
                  </a:lnTo>
                  <a:lnTo>
                    <a:pt x="7981950" y="552450"/>
                  </a:lnTo>
                  <a:lnTo>
                    <a:pt x="8031594" y="547998"/>
                  </a:lnTo>
                  <a:lnTo>
                    <a:pt x="8078322" y="535165"/>
                  </a:lnTo>
                  <a:lnTo>
                    <a:pt x="8121353" y="514730"/>
                  </a:lnTo>
                  <a:lnTo>
                    <a:pt x="8159906" y="487476"/>
                  </a:lnTo>
                  <a:lnTo>
                    <a:pt x="8193201" y="454181"/>
                  </a:lnTo>
                  <a:lnTo>
                    <a:pt x="8220456" y="415628"/>
                  </a:lnTo>
                  <a:lnTo>
                    <a:pt x="8240890" y="372597"/>
                  </a:lnTo>
                  <a:lnTo>
                    <a:pt x="8253723" y="325869"/>
                  </a:lnTo>
                  <a:lnTo>
                    <a:pt x="8258175" y="276225"/>
                  </a:lnTo>
                  <a:close/>
                </a:path>
              </a:pathLst>
            </a:custGeom>
            <a:solidFill>
              <a:srgbClr val="99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23850" y="1401698"/>
              <a:ext cx="1104900" cy="4144010"/>
            </a:xfrm>
            <a:custGeom>
              <a:avLst/>
              <a:gdLst/>
              <a:ahLst/>
              <a:cxnLst/>
              <a:rect l="l" t="t" r="r" b="b"/>
              <a:pathLst>
                <a:path w="1104900" h="4144010">
                  <a:moveTo>
                    <a:pt x="828675" y="0"/>
                  </a:moveTo>
                  <a:lnTo>
                    <a:pt x="785021" y="7042"/>
                  </a:lnTo>
                  <a:lnTo>
                    <a:pt x="747108" y="26655"/>
                  </a:lnTo>
                  <a:lnTo>
                    <a:pt x="717210" y="56564"/>
                  </a:lnTo>
                  <a:lnTo>
                    <a:pt x="697603" y="94496"/>
                  </a:lnTo>
                  <a:lnTo>
                    <a:pt x="690562" y="138175"/>
                  </a:lnTo>
                  <a:lnTo>
                    <a:pt x="697603" y="181855"/>
                  </a:lnTo>
                  <a:lnTo>
                    <a:pt x="717210" y="219787"/>
                  </a:lnTo>
                  <a:lnTo>
                    <a:pt x="747108" y="249696"/>
                  </a:lnTo>
                  <a:lnTo>
                    <a:pt x="785021" y="269309"/>
                  </a:lnTo>
                  <a:lnTo>
                    <a:pt x="828675" y="276351"/>
                  </a:lnTo>
                  <a:lnTo>
                    <a:pt x="878319" y="271900"/>
                  </a:lnTo>
                  <a:lnTo>
                    <a:pt x="925047" y="259067"/>
                  </a:lnTo>
                  <a:lnTo>
                    <a:pt x="968078" y="238632"/>
                  </a:lnTo>
                  <a:lnTo>
                    <a:pt x="1006631" y="211378"/>
                  </a:lnTo>
                  <a:lnTo>
                    <a:pt x="1039926" y="178083"/>
                  </a:lnTo>
                  <a:lnTo>
                    <a:pt x="1067181" y="139530"/>
                  </a:lnTo>
                  <a:lnTo>
                    <a:pt x="1087615" y="96499"/>
                  </a:lnTo>
                  <a:lnTo>
                    <a:pt x="1100448" y="49771"/>
                  </a:lnTo>
                  <a:lnTo>
                    <a:pt x="1104900" y="126"/>
                  </a:lnTo>
                  <a:lnTo>
                    <a:pt x="828675" y="0"/>
                  </a:lnTo>
                  <a:close/>
                </a:path>
                <a:path w="1104900" h="4144010">
                  <a:moveTo>
                    <a:pt x="276225" y="3590925"/>
                  </a:moveTo>
                  <a:lnTo>
                    <a:pt x="226573" y="3595376"/>
                  </a:lnTo>
                  <a:lnTo>
                    <a:pt x="179842" y="3608210"/>
                  </a:lnTo>
                  <a:lnTo>
                    <a:pt x="136810" y="3628648"/>
                  </a:lnTo>
                  <a:lnTo>
                    <a:pt x="98257" y="3655909"/>
                  </a:lnTo>
                  <a:lnTo>
                    <a:pt x="64965" y="3689214"/>
                  </a:lnTo>
                  <a:lnTo>
                    <a:pt x="37713" y="3727783"/>
                  </a:lnTo>
                  <a:lnTo>
                    <a:pt x="17281" y="3770837"/>
                  </a:lnTo>
                  <a:lnTo>
                    <a:pt x="4450" y="3817594"/>
                  </a:lnTo>
                  <a:lnTo>
                    <a:pt x="0" y="3867277"/>
                  </a:lnTo>
                  <a:lnTo>
                    <a:pt x="4450" y="3916921"/>
                  </a:lnTo>
                  <a:lnTo>
                    <a:pt x="17281" y="3963649"/>
                  </a:lnTo>
                  <a:lnTo>
                    <a:pt x="37713" y="4006680"/>
                  </a:lnTo>
                  <a:lnTo>
                    <a:pt x="64965" y="4045233"/>
                  </a:lnTo>
                  <a:lnTo>
                    <a:pt x="98257" y="4078528"/>
                  </a:lnTo>
                  <a:lnTo>
                    <a:pt x="136810" y="4105783"/>
                  </a:lnTo>
                  <a:lnTo>
                    <a:pt x="179842" y="4126217"/>
                  </a:lnTo>
                  <a:lnTo>
                    <a:pt x="226573" y="4139050"/>
                  </a:lnTo>
                  <a:lnTo>
                    <a:pt x="276225" y="4143502"/>
                  </a:lnTo>
                  <a:lnTo>
                    <a:pt x="325876" y="4139050"/>
                  </a:lnTo>
                  <a:lnTo>
                    <a:pt x="372607" y="4126217"/>
                  </a:lnTo>
                  <a:lnTo>
                    <a:pt x="415639" y="4105783"/>
                  </a:lnTo>
                  <a:lnTo>
                    <a:pt x="454192" y="4078528"/>
                  </a:lnTo>
                  <a:lnTo>
                    <a:pt x="487484" y="4045233"/>
                  </a:lnTo>
                  <a:lnTo>
                    <a:pt x="514736" y="4006680"/>
                  </a:lnTo>
                  <a:lnTo>
                    <a:pt x="535168" y="3963649"/>
                  </a:lnTo>
                  <a:lnTo>
                    <a:pt x="547999" y="3916921"/>
                  </a:lnTo>
                  <a:lnTo>
                    <a:pt x="552450" y="3867277"/>
                  </a:lnTo>
                  <a:lnTo>
                    <a:pt x="276225" y="3867277"/>
                  </a:lnTo>
                  <a:lnTo>
                    <a:pt x="319878" y="3860234"/>
                  </a:lnTo>
                  <a:lnTo>
                    <a:pt x="357791" y="3840621"/>
                  </a:lnTo>
                  <a:lnTo>
                    <a:pt x="387689" y="3810712"/>
                  </a:lnTo>
                  <a:lnTo>
                    <a:pt x="407296" y="3772780"/>
                  </a:lnTo>
                  <a:lnTo>
                    <a:pt x="414337" y="3729101"/>
                  </a:lnTo>
                  <a:lnTo>
                    <a:pt x="407296" y="3685421"/>
                  </a:lnTo>
                  <a:lnTo>
                    <a:pt x="387689" y="3647489"/>
                  </a:lnTo>
                  <a:lnTo>
                    <a:pt x="357791" y="3617580"/>
                  </a:lnTo>
                  <a:lnTo>
                    <a:pt x="319878" y="3597967"/>
                  </a:lnTo>
                  <a:lnTo>
                    <a:pt x="276225" y="3590925"/>
                  </a:lnTo>
                  <a:close/>
                </a:path>
              </a:pathLst>
            </a:custGeom>
            <a:solidFill>
              <a:srgbClr val="7AA3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23850" y="1125600"/>
              <a:ext cx="8534400" cy="4419600"/>
            </a:xfrm>
            <a:custGeom>
              <a:avLst/>
              <a:gdLst/>
              <a:ahLst/>
              <a:cxnLst/>
              <a:rect l="l" t="t" r="r" b="b"/>
              <a:pathLst>
                <a:path w="8534400" h="4419600">
                  <a:moveTo>
                    <a:pt x="552450" y="3867023"/>
                  </a:moveTo>
                  <a:lnTo>
                    <a:pt x="552450" y="276225"/>
                  </a:lnTo>
                  <a:lnTo>
                    <a:pt x="556900" y="226547"/>
                  </a:lnTo>
                  <a:lnTo>
                    <a:pt x="569731" y="179801"/>
                  </a:lnTo>
                  <a:lnTo>
                    <a:pt x="590163" y="136764"/>
                  </a:lnTo>
                  <a:lnTo>
                    <a:pt x="617415" y="98215"/>
                  </a:lnTo>
                  <a:lnTo>
                    <a:pt x="650707" y="64932"/>
                  </a:lnTo>
                  <a:lnTo>
                    <a:pt x="689260" y="37690"/>
                  </a:lnTo>
                  <a:lnTo>
                    <a:pt x="732292" y="17269"/>
                  </a:lnTo>
                  <a:lnTo>
                    <a:pt x="779023" y="4447"/>
                  </a:lnTo>
                  <a:lnTo>
                    <a:pt x="828675" y="0"/>
                  </a:lnTo>
                  <a:lnTo>
                    <a:pt x="8258175" y="0"/>
                  </a:lnTo>
                  <a:lnTo>
                    <a:pt x="8307819" y="4447"/>
                  </a:lnTo>
                  <a:lnTo>
                    <a:pt x="8354547" y="17269"/>
                  </a:lnTo>
                  <a:lnTo>
                    <a:pt x="8397578" y="37690"/>
                  </a:lnTo>
                  <a:lnTo>
                    <a:pt x="8436131" y="64932"/>
                  </a:lnTo>
                  <a:lnTo>
                    <a:pt x="8469426" y="98215"/>
                  </a:lnTo>
                  <a:lnTo>
                    <a:pt x="8496681" y="136764"/>
                  </a:lnTo>
                  <a:lnTo>
                    <a:pt x="8517115" y="179801"/>
                  </a:lnTo>
                  <a:lnTo>
                    <a:pt x="8529948" y="226547"/>
                  </a:lnTo>
                  <a:lnTo>
                    <a:pt x="8534400" y="276225"/>
                  </a:lnTo>
                  <a:lnTo>
                    <a:pt x="8529948" y="325869"/>
                  </a:lnTo>
                  <a:lnTo>
                    <a:pt x="8517115" y="372597"/>
                  </a:lnTo>
                  <a:lnTo>
                    <a:pt x="8496681" y="415628"/>
                  </a:lnTo>
                  <a:lnTo>
                    <a:pt x="8469426" y="454181"/>
                  </a:lnTo>
                  <a:lnTo>
                    <a:pt x="8436131" y="487476"/>
                  </a:lnTo>
                  <a:lnTo>
                    <a:pt x="8397578" y="514730"/>
                  </a:lnTo>
                  <a:lnTo>
                    <a:pt x="8354547" y="535165"/>
                  </a:lnTo>
                  <a:lnTo>
                    <a:pt x="8307819" y="547998"/>
                  </a:lnTo>
                  <a:lnTo>
                    <a:pt x="8258175" y="552450"/>
                  </a:lnTo>
                  <a:lnTo>
                    <a:pt x="7981950" y="552450"/>
                  </a:lnTo>
                  <a:lnTo>
                    <a:pt x="7981950" y="4143375"/>
                  </a:lnTo>
                  <a:lnTo>
                    <a:pt x="7977498" y="4193019"/>
                  </a:lnTo>
                  <a:lnTo>
                    <a:pt x="7964665" y="4239747"/>
                  </a:lnTo>
                  <a:lnTo>
                    <a:pt x="7944231" y="4282778"/>
                  </a:lnTo>
                  <a:lnTo>
                    <a:pt x="7916976" y="4321331"/>
                  </a:lnTo>
                  <a:lnTo>
                    <a:pt x="7883681" y="4354626"/>
                  </a:lnTo>
                  <a:lnTo>
                    <a:pt x="7845128" y="4381881"/>
                  </a:lnTo>
                  <a:lnTo>
                    <a:pt x="7802097" y="4402315"/>
                  </a:lnTo>
                  <a:lnTo>
                    <a:pt x="7755369" y="4415148"/>
                  </a:lnTo>
                  <a:lnTo>
                    <a:pt x="7705725" y="4419600"/>
                  </a:lnTo>
                  <a:lnTo>
                    <a:pt x="276225" y="4419600"/>
                  </a:lnTo>
                  <a:lnTo>
                    <a:pt x="226573" y="4415148"/>
                  </a:lnTo>
                  <a:lnTo>
                    <a:pt x="179842" y="4402315"/>
                  </a:lnTo>
                  <a:lnTo>
                    <a:pt x="136810" y="4381881"/>
                  </a:lnTo>
                  <a:lnTo>
                    <a:pt x="98257" y="4354626"/>
                  </a:lnTo>
                  <a:lnTo>
                    <a:pt x="64965" y="4321331"/>
                  </a:lnTo>
                  <a:lnTo>
                    <a:pt x="37713" y="4282778"/>
                  </a:lnTo>
                  <a:lnTo>
                    <a:pt x="17281" y="4239747"/>
                  </a:lnTo>
                  <a:lnTo>
                    <a:pt x="4450" y="4193019"/>
                  </a:lnTo>
                  <a:lnTo>
                    <a:pt x="0" y="4143375"/>
                  </a:lnTo>
                  <a:lnTo>
                    <a:pt x="4450" y="4093692"/>
                  </a:lnTo>
                  <a:lnTo>
                    <a:pt x="17281" y="4046935"/>
                  </a:lnTo>
                  <a:lnTo>
                    <a:pt x="37713" y="4003881"/>
                  </a:lnTo>
                  <a:lnTo>
                    <a:pt x="64965" y="3965312"/>
                  </a:lnTo>
                  <a:lnTo>
                    <a:pt x="98257" y="3932007"/>
                  </a:lnTo>
                  <a:lnTo>
                    <a:pt x="136810" y="3904746"/>
                  </a:lnTo>
                  <a:lnTo>
                    <a:pt x="179842" y="3884308"/>
                  </a:lnTo>
                  <a:lnTo>
                    <a:pt x="226573" y="3871474"/>
                  </a:lnTo>
                  <a:lnTo>
                    <a:pt x="276225" y="3867023"/>
                  </a:lnTo>
                  <a:lnTo>
                    <a:pt x="552450" y="3867023"/>
                  </a:lnTo>
                  <a:close/>
                </a:path>
                <a:path w="8534400" h="4419600">
                  <a:moveTo>
                    <a:pt x="828675" y="0"/>
                  </a:moveTo>
                  <a:lnTo>
                    <a:pt x="878319" y="4447"/>
                  </a:lnTo>
                  <a:lnTo>
                    <a:pt x="925047" y="17269"/>
                  </a:lnTo>
                  <a:lnTo>
                    <a:pt x="968078" y="37690"/>
                  </a:lnTo>
                  <a:lnTo>
                    <a:pt x="1006631" y="64932"/>
                  </a:lnTo>
                  <a:lnTo>
                    <a:pt x="1039926" y="98215"/>
                  </a:lnTo>
                  <a:lnTo>
                    <a:pt x="1067181" y="136764"/>
                  </a:lnTo>
                  <a:lnTo>
                    <a:pt x="1087615" y="179801"/>
                  </a:lnTo>
                  <a:lnTo>
                    <a:pt x="1100448" y="226547"/>
                  </a:lnTo>
                  <a:lnTo>
                    <a:pt x="1104900" y="276225"/>
                  </a:lnTo>
                  <a:lnTo>
                    <a:pt x="1100448" y="325869"/>
                  </a:lnTo>
                  <a:lnTo>
                    <a:pt x="1087615" y="372597"/>
                  </a:lnTo>
                  <a:lnTo>
                    <a:pt x="1067181" y="415628"/>
                  </a:lnTo>
                  <a:lnTo>
                    <a:pt x="1039926" y="454181"/>
                  </a:lnTo>
                  <a:lnTo>
                    <a:pt x="1006631" y="487476"/>
                  </a:lnTo>
                  <a:lnTo>
                    <a:pt x="968078" y="514730"/>
                  </a:lnTo>
                  <a:lnTo>
                    <a:pt x="925047" y="535165"/>
                  </a:lnTo>
                  <a:lnTo>
                    <a:pt x="878319" y="547998"/>
                  </a:lnTo>
                  <a:lnTo>
                    <a:pt x="828675" y="552450"/>
                  </a:lnTo>
                  <a:lnTo>
                    <a:pt x="785021" y="545407"/>
                  </a:lnTo>
                  <a:lnTo>
                    <a:pt x="747108" y="525794"/>
                  </a:lnTo>
                  <a:lnTo>
                    <a:pt x="717210" y="495885"/>
                  </a:lnTo>
                  <a:lnTo>
                    <a:pt x="697603" y="457953"/>
                  </a:lnTo>
                  <a:lnTo>
                    <a:pt x="690562" y="414274"/>
                  </a:lnTo>
                  <a:lnTo>
                    <a:pt x="697603" y="370594"/>
                  </a:lnTo>
                  <a:lnTo>
                    <a:pt x="717210" y="332662"/>
                  </a:lnTo>
                  <a:lnTo>
                    <a:pt x="747108" y="302753"/>
                  </a:lnTo>
                  <a:lnTo>
                    <a:pt x="785021" y="283140"/>
                  </a:lnTo>
                  <a:lnTo>
                    <a:pt x="828675" y="276098"/>
                  </a:lnTo>
                  <a:lnTo>
                    <a:pt x="1104900" y="276225"/>
                  </a:lnTo>
                </a:path>
                <a:path w="8534400" h="4419600">
                  <a:moveTo>
                    <a:pt x="7981950" y="552450"/>
                  </a:moveTo>
                  <a:lnTo>
                    <a:pt x="828675" y="552450"/>
                  </a:lnTo>
                </a:path>
                <a:path w="8534400" h="4419600">
                  <a:moveTo>
                    <a:pt x="276225" y="3867023"/>
                  </a:moveTo>
                  <a:lnTo>
                    <a:pt x="319878" y="3874065"/>
                  </a:lnTo>
                  <a:lnTo>
                    <a:pt x="357791" y="3893678"/>
                  </a:lnTo>
                  <a:lnTo>
                    <a:pt x="387689" y="3923587"/>
                  </a:lnTo>
                  <a:lnTo>
                    <a:pt x="407296" y="3961519"/>
                  </a:lnTo>
                  <a:lnTo>
                    <a:pt x="414337" y="4005199"/>
                  </a:lnTo>
                  <a:lnTo>
                    <a:pt x="407296" y="4048878"/>
                  </a:lnTo>
                  <a:lnTo>
                    <a:pt x="387689" y="4086810"/>
                  </a:lnTo>
                  <a:lnTo>
                    <a:pt x="357791" y="4116719"/>
                  </a:lnTo>
                  <a:lnTo>
                    <a:pt x="319878" y="4136332"/>
                  </a:lnTo>
                  <a:lnTo>
                    <a:pt x="276225" y="4143375"/>
                  </a:lnTo>
                  <a:lnTo>
                    <a:pt x="552450" y="4143375"/>
                  </a:lnTo>
                </a:path>
                <a:path w="8534400" h="4419600">
                  <a:moveTo>
                    <a:pt x="276225" y="4419600"/>
                  </a:moveTo>
                  <a:lnTo>
                    <a:pt x="325876" y="4415148"/>
                  </a:lnTo>
                  <a:lnTo>
                    <a:pt x="372607" y="4402315"/>
                  </a:lnTo>
                  <a:lnTo>
                    <a:pt x="415639" y="4381881"/>
                  </a:lnTo>
                  <a:lnTo>
                    <a:pt x="454192" y="4354626"/>
                  </a:lnTo>
                  <a:lnTo>
                    <a:pt x="487484" y="4321331"/>
                  </a:lnTo>
                  <a:lnTo>
                    <a:pt x="514736" y="4282778"/>
                  </a:lnTo>
                  <a:lnTo>
                    <a:pt x="535168" y="4239747"/>
                  </a:lnTo>
                  <a:lnTo>
                    <a:pt x="547999" y="4193019"/>
                  </a:lnTo>
                  <a:lnTo>
                    <a:pt x="552450" y="4143375"/>
                  </a:lnTo>
                  <a:lnTo>
                    <a:pt x="552450" y="3867023"/>
                  </a:lnTo>
                </a:path>
              </a:pathLst>
            </a:custGeom>
            <a:ln w="9525">
              <a:solidFill>
                <a:srgbClr val="0033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166872" y="3739896"/>
              <a:ext cx="624839" cy="67970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386327" y="3739896"/>
              <a:ext cx="574548" cy="67970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555491" y="3739896"/>
              <a:ext cx="624839" cy="679704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774947" y="3739896"/>
              <a:ext cx="574548" cy="67970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944111" y="3739896"/>
              <a:ext cx="624839" cy="679704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163567" y="3739896"/>
              <a:ext cx="576072" cy="679704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334255" y="3739896"/>
              <a:ext cx="624839" cy="679704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53711" y="3739896"/>
              <a:ext cx="1199388" cy="679704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347715" y="3739896"/>
              <a:ext cx="608076" cy="679704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550408" y="3739896"/>
              <a:ext cx="490727" cy="679704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1790814" y="3112107"/>
            <a:ext cx="6423406" cy="826637"/>
          </a:xfrm>
          <a:prstGeom prst="rect">
            <a:avLst/>
          </a:prstGeom>
        </p:spPr>
        <p:txBody>
          <a:bodyPr vert="horz" wrap="square" lIns="0" tIns="1397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571625" marR="5588" indent="-1558354">
              <a:spcBef>
                <a:spcPts val="110"/>
              </a:spcBef>
              <a:tabLst>
                <a:tab pos="3456178" algn="l"/>
              </a:tabLst>
            </a:pPr>
            <a:r>
              <a:rPr sz="2640" dirty="0">
                <a:latin typeface="Arial"/>
                <a:cs typeface="Arial"/>
              </a:rPr>
              <a:t>In </a:t>
            </a:r>
            <a:r>
              <a:rPr sz="2640" spc="-6" dirty="0">
                <a:latin typeface="Arial"/>
                <a:cs typeface="Arial"/>
              </a:rPr>
              <a:t>classful addressing </a:t>
            </a:r>
            <a:r>
              <a:rPr sz="2640" dirty="0">
                <a:latin typeface="Arial"/>
                <a:cs typeface="Arial"/>
              </a:rPr>
              <a:t>the </a:t>
            </a:r>
            <a:r>
              <a:rPr sz="2640" spc="-6" dirty="0">
                <a:latin typeface="Arial"/>
                <a:cs typeface="Arial"/>
              </a:rPr>
              <a:t>address space is  divided</a:t>
            </a:r>
            <a:r>
              <a:rPr sz="2640" spc="44" dirty="0">
                <a:latin typeface="Arial"/>
                <a:cs typeface="Arial"/>
              </a:rPr>
              <a:t> </a:t>
            </a:r>
            <a:r>
              <a:rPr sz="2640" spc="-6" dirty="0">
                <a:latin typeface="Arial"/>
                <a:cs typeface="Arial"/>
              </a:rPr>
              <a:t>into	</a:t>
            </a:r>
            <a:r>
              <a:rPr sz="2640" dirty="0">
                <a:latin typeface="Arial"/>
                <a:cs typeface="Arial"/>
              </a:rPr>
              <a:t>5</a:t>
            </a:r>
            <a:r>
              <a:rPr sz="2640" spc="-6" dirty="0">
                <a:latin typeface="Arial"/>
                <a:cs typeface="Arial"/>
              </a:rPr>
              <a:t> classes:</a:t>
            </a:r>
            <a:endParaRPr sz="2640">
              <a:latin typeface="Arial"/>
              <a:cs typeface="Arial"/>
            </a:endParaRP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2541D406-1A61-2F4A-8448-EF465FA0E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0269B-3FF7-874D-8ED1-2D9E2506D078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17" name="object 17"/>
          <p:cNvSpPr txBox="1"/>
          <p:nvPr/>
        </p:nvSpPr>
        <p:spPr>
          <a:xfrm>
            <a:off x="3678859" y="4316196"/>
            <a:ext cx="2743708" cy="420371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3970">
              <a:spcBef>
                <a:spcPts val="110"/>
              </a:spcBef>
            </a:pPr>
            <a:r>
              <a:rPr sz="2640" b="1" i="1" spc="-6" dirty="0">
                <a:solidFill>
                  <a:srgbClr val="FF3300"/>
                </a:solidFill>
                <a:latin typeface="Arial"/>
                <a:cs typeface="Arial"/>
              </a:rPr>
              <a:t>A</a:t>
            </a:r>
            <a:r>
              <a:rPr sz="2640" b="1" i="1" spc="-6" dirty="0">
                <a:solidFill>
                  <a:srgbClr val="003366"/>
                </a:solidFill>
                <a:latin typeface="Arial"/>
                <a:cs typeface="Arial"/>
              </a:rPr>
              <a:t>, </a:t>
            </a:r>
            <a:r>
              <a:rPr sz="2640" b="1" i="1" spc="-6" dirty="0">
                <a:solidFill>
                  <a:srgbClr val="FF3300"/>
                </a:solidFill>
                <a:latin typeface="Arial"/>
                <a:cs typeface="Arial"/>
              </a:rPr>
              <a:t>B</a:t>
            </a:r>
            <a:r>
              <a:rPr sz="2640" b="1" i="1" spc="-6" dirty="0">
                <a:solidFill>
                  <a:srgbClr val="003366"/>
                </a:solidFill>
                <a:latin typeface="Arial"/>
                <a:cs typeface="Arial"/>
              </a:rPr>
              <a:t>, </a:t>
            </a:r>
            <a:r>
              <a:rPr sz="2640" b="1" i="1" spc="-6" dirty="0">
                <a:solidFill>
                  <a:srgbClr val="FF3300"/>
                </a:solidFill>
                <a:latin typeface="Arial"/>
                <a:cs typeface="Arial"/>
              </a:rPr>
              <a:t>C</a:t>
            </a:r>
            <a:r>
              <a:rPr sz="2640" b="1" i="1" spc="-6" dirty="0">
                <a:solidFill>
                  <a:srgbClr val="003366"/>
                </a:solidFill>
                <a:latin typeface="Arial"/>
                <a:cs typeface="Arial"/>
              </a:rPr>
              <a:t>, </a:t>
            </a:r>
            <a:r>
              <a:rPr sz="2640" b="1" i="1" spc="-6" dirty="0">
                <a:solidFill>
                  <a:srgbClr val="FF3300"/>
                </a:solidFill>
                <a:latin typeface="Arial"/>
                <a:cs typeface="Arial"/>
              </a:rPr>
              <a:t>D</a:t>
            </a:r>
            <a:r>
              <a:rPr sz="2640" b="1" i="1" spc="-6" dirty="0">
                <a:solidFill>
                  <a:srgbClr val="003366"/>
                </a:solidFill>
                <a:latin typeface="Arial"/>
                <a:cs typeface="Arial"/>
              </a:rPr>
              <a:t>, and</a:t>
            </a:r>
            <a:r>
              <a:rPr sz="2640" b="1" i="1" spc="-66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640" b="1" i="1" spc="-6" dirty="0">
                <a:solidFill>
                  <a:srgbClr val="FF3300"/>
                </a:solidFill>
                <a:latin typeface="Arial"/>
                <a:cs typeface="Arial"/>
              </a:rPr>
              <a:t>E</a:t>
            </a:r>
            <a:r>
              <a:rPr sz="2640" b="1" i="1" spc="-6" dirty="0">
                <a:solidFill>
                  <a:srgbClr val="003366"/>
                </a:solidFill>
                <a:latin typeface="Arial"/>
                <a:cs typeface="Arial"/>
              </a:rPr>
              <a:t>.</a:t>
            </a:r>
            <a:endParaRPr sz="264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27613" y="3330893"/>
            <a:ext cx="7788275" cy="301402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630578" y="1297941"/>
            <a:ext cx="6796405" cy="556499"/>
          </a:xfrm>
          <a:prstGeom prst="rect">
            <a:avLst/>
          </a:prstGeom>
        </p:spPr>
        <p:txBody>
          <a:bodyPr vert="horz" wrap="square" lIns="0" tIns="14669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3970">
              <a:spcBef>
                <a:spcPts val="116"/>
              </a:spcBef>
            </a:pPr>
            <a:r>
              <a:rPr sz="3520" b="1" spc="-6" dirty="0">
                <a:solidFill>
                  <a:srgbClr val="C00000"/>
                </a:solidFill>
                <a:latin typeface="Times New Roman"/>
                <a:cs typeface="Times New Roman"/>
              </a:rPr>
              <a:t>Finding </a:t>
            </a:r>
            <a:r>
              <a:rPr sz="3520" b="1" dirty="0">
                <a:solidFill>
                  <a:srgbClr val="C00000"/>
                </a:solidFill>
                <a:latin typeface="Times New Roman"/>
                <a:cs typeface="Times New Roman"/>
              </a:rPr>
              <a:t>the class in binary</a:t>
            </a:r>
            <a:r>
              <a:rPr sz="3520" b="1" spc="-94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520" b="1" dirty="0">
                <a:solidFill>
                  <a:srgbClr val="C00000"/>
                </a:solidFill>
                <a:latin typeface="Times New Roman"/>
                <a:cs typeface="Times New Roman"/>
              </a:rPr>
              <a:t>notation</a:t>
            </a:r>
            <a:endParaRPr sz="3520">
              <a:solidFill>
                <a:srgbClr val="C00000"/>
              </a:solidFill>
              <a:latin typeface="Times New Roman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19A68E-8482-1649-BDFE-A8474EE90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0269B-3FF7-874D-8ED1-2D9E2506D078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90124" y="3067217"/>
            <a:ext cx="8769668" cy="29407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502027" y="1297941"/>
            <a:ext cx="4802886" cy="556499"/>
          </a:xfrm>
          <a:prstGeom prst="rect">
            <a:avLst/>
          </a:prstGeom>
        </p:spPr>
        <p:txBody>
          <a:bodyPr vert="horz" wrap="square" lIns="0" tIns="14669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3970">
              <a:spcBef>
                <a:spcPts val="116"/>
              </a:spcBef>
            </a:pPr>
            <a:r>
              <a:rPr sz="3520" b="1" spc="-6" dirty="0">
                <a:latin typeface="Times New Roman"/>
                <a:cs typeface="Times New Roman"/>
              </a:rPr>
              <a:t>Finding </a:t>
            </a:r>
            <a:r>
              <a:rPr sz="3520" b="1" dirty="0">
                <a:latin typeface="Times New Roman"/>
                <a:cs typeface="Times New Roman"/>
              </a:rPr>
              <a:t>the </a:t>
            </a:r>
            <a:r>
              <a:rPr sz="3520" b="1" spc="-11" dirty="0">
                <a:latin typeface="Times New Roman"/>
                <a:cs typeface="Times New Roman"/>
              </a:rPr>
              <a:t>address</a:t>
            </a:r>
            <a:r>
              <a:rPr sz="3520" b="1" spc="-66" dirty="0">
                <a:latin typeface="Times New Roman"/>
                <a:cs typeface="Times New Roman"/>
              </a:rPr>
              <a:t> </a:t>
            </a:r>
            <a:r>
              <a:rPr sz="3520" b="1" dirty="0">
                <a:latin typeface="Times New Roman"/>
                <a:cs typeface="Times New Roman"/>
              </a:rPr>
              <a:t>class</a:t>
            </a:r>
            <a:endParaRPr sz="3520">
              <a:latin typeface="Times New Roman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4A1DF0-E573-C743-A63A-D6FAC8323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0269B-3FF7-874D-8ED1-2D9E2506D078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6235" y="1352460"/>
            <a:ext cx="9387840" cy="4862119"/>
            <a:chOff x="323850" y="1125600"/>
            <a:chExt cx="8534400" cy="4420108"/>
          </a:xfrm>
        </p:grpSpPr>
        <p:sp>
          <p:nvSpPr>
            <p:cNvPr id="3" name="object 3"/>
            <p:cNvSpPr/>
            <p:nvPr/>
          </p:nvSpPr>
          <p:spPr>
            <a:xfrm>
              <a:off x="600075" y="1125600"/>
              <a:ext cx="8258175" cy="4419600"/>
            </a:xfrm>
            <a:custGeom>
              <a:avLst/>
              <a:gdLst/>
              <a:ahLst/>
              <a:cxnLst/>
              <a:rect l="l" t="t" r="r" b="b"/>
              <a:pathLst>
                <a:path w="8258175" h="4419600">
                  <a:moveTo>
                    <a:pt x="7981950" y="0"/>
                  </a:moveTo>
                  <a:lnTo>
                    <a:pt x="552450" y="0"/>
                  </a:lnTo>
                  <a:lnTo>
                    <a:pt x="502798" y="4447"/>
                  </a:lnTo>
                  <a:lnTo>
                    <a:pt x="456067" y="17269"/>
                  </a:lnTo>
                  <a:lnTo>
                    <a:pt x="413035" y="37690"/>
                  </a:lnTo>
                  <a:lnTo>
                    <a:pt x="374482" y="64932"/>
                  </a:lnTo>
                  <a:lnTo>
                    <a:pt x="341190" y="98215"/>
                  </a:lnTo>
                  <a:lnTo>
                    <a:pt x="313938" y="136764"/>
                  </a:lnTo>
                  <a:lnTo>
                    <a:pt x="293506" y="179801"/>
                  </a:lnTo>
                  <a:lnTo>
                    <a:pt x="280675" y="226547"/>
                  </a:lnTo>
                  <a:lnTo>
                    <a:pt x="276236" y="276098"/>
                  </a:lnTo>
                  <a:lnTo>
                    <a:pt x="276225" y="3867023"/>
                  </a:lnTo>
                  <a:lnTo>
                    <a:pt x="0" y="3867023"/>
                  </a:lnTo>
                  <a:lnTo>
                    <a:pt x="43653" y="3874065"/>
                  </a:lnTo>
                  <a:lnTo>
                    <a:pt x="81566" y="3893678"/>
                  </a:lnTo>
                  <a:lnTo>
                    <a:pt x="111464" y="3923587"/>
                  </a:lnTo>
                  <a:lnTo>
                    <a:pt x="131071" y="3961519"/>
                  </a:lnTo>
                  <a:lnTo>
                    <a:pt x="138112" y="4005199"/>
                  </a:lnTo>
                  <a:lnTo>
                    <a:pt x="131071" y="4048878"/>
                  </a:lnTo>
                  <a:lnTo>
                    <a:pt x="111464" y="4086810"/>
                  </a:lnTo>
                  <a:lnTo>
                    <a:pt x="81566" y="4116719"/>
                  </a:lnTo>
                  <a:lnTo>
                    <a:pt x="43653" y="4136332"/>
                  </a:lnTo>
                  <a:lnTo>
                    <a:pt x="0" y="4143375"/>
                  </a:lnTo>
                  <a:lnTo>
                    <a:pt x="276225" y="4143375"/>
                  </a:lnTo>
                  <a:lnTo>
                    <a:pt x="271774" y="4193019"/>
                  </a:lnTo>
                  <a:lnTo>
                    <a:pt x="258943" y="4239747"/>
                  </a:lnTo>
                  <a:lnTo>
                    <a:pt x="238511" y="4282778"/>
                  </a:lnTo>
                  <a:lnTo>
                    <a:pt x="211259" y="4321331"/>
                  </a:lnTo>
                  <a:lnTo>
                    <a:pt x="177967" y="4354626"/>
                  </a:lnTo>
                  <a:lnTo>
                    <a:pt x="139414" y="4381881"/>
                  </a:lnTo>
                  <a:lnTo>
                    <a:pt x="96382" y="4402315"/>
                  </a:lnTo>
                  <a:lnTo>
                    <a:pt x="49651" y="4415148"/>
                  </a:lnTo>
                  <a:lnTo>
                    <a:pt x="0" y="4419600"/>
                  </a:lnTo>
                  <a:lnTo>
                    <a:pt x="7429500" y="4419600"/>
                  </a:lnTo>
                  <a:lnTo>
                    <a:pt x="7479144" y="4415148"/>
                  </a:lnTo>
                  <a:lnTo>
                    <a:pt x="7525872" y="4402315"/>
                  </a:lnTo>
                  <a:lnTo>
                    <a:pt x="7568903" y="4381881"/>
                  </a:lnTo>
                  <a:lnTo>
                    <a:pt x="7607456" y="4354626"/>
                  </a:lnTo>
                  <a:lnTo>
                    <a:pt x="7640751" y="4321331"/>
                  </a:lnTo>
                  <a:lnTo>
                    <a:pt x="7668006" y="4282778"/>
                  </a:lnTo>
                  <a:lnTo>
                    <a:pt x="7688440" y="4239747"/>
                  </a:lnTo>
                  <a:lnTo>
                    <a:pt x="7701273" y="4193019"/>
                  </a:lnTo>
                  <a:lnTo>
                    <a:pt x="7705725" y="4143375"/>
                  </a:lnTo>
                  <a:lnTo>
                    <a:pt x="7705725" y="552450"/>
                  </a:lnTo>
                  <a:lnTo>
                    <a:pt x="552450" y="552450"/>
                  </a:lnTo>
                  <a:lnTo>
                    <a:pt x="508796" y="545407"/>
                  </a:lnTo>
                  <a:lnTo>
                    <a:pt x="470883" y="525794"/>
                  </a:lnTo>
                  <a:lnTo>
                    <a:pt x="440985" y="495885"/>
                  </a:lnTo>
                  <a:lnTo>
                    <a:pt x="421378" y="457953"/>
                  </a:lnTo>
                  <a:lnTo>
                    <a:pt x="414337" y="414274"/>
                  </a:lnTo>
                  <a:lnTo>
                    <a:pt x="421378" y="370594"/>
                  </a:lnTo>
                  <a:lnTo>
                    <a:pt x="440985" y="332662"/>
                  </a:lnTo>
                  <a:lnTo>
                    <a:pt x="470883" y="302753"/>
                  </a:lnTo>
                  <a:lnTo>
                    <a:pt x="508796" y="283140"/>
                  </a:lnTo>
                  <a:lnTo>
                    <a:pt x="552450" y="276098"/>
                  </a:lnTo>
                  <a:lnTo>
                    <a:pt x="8258163" y="276098"/>
                  </a:lnTo>
                  <a:lnTo>
                    <a:pt x="8253723" y="226547"/>
                  </a:lnTo>
                  <a:lnTo>
                    <a:pt x="8240890" y="179801"/>
                  </a:lnTo>
                  <a:lnTo>
                    <a:pt x="8220456" y="136764"/>
                  </a:lnTo>
                  <a:lnTo>
                    <a:pt x="8193201" y="98215"/>
                  </a:lnTo>
                  <a:lnTo>
                    <a:pt x="8159906" y="64932"/>
                  </a:lnTo>
                  <a:lnTo>
                    <a:pt x="8121353" y="37690"/>
                  </a:lnTo>
                  <a:lnTo>
                    <a:pt x="8078322" y="17269"/>
                  </a:lnTo>
                  <a:lnTo>
                    <a:pt x="8031594" y="4447"/>
                  </a:lnTo>
                  <a:lnTo>
                    <a:pt x="7981950" y="0"/>
                  </a:lnTo>
                  <a:close/>
                </a:path>
                <a:path w="8258175" h="4419600">
                  <a:moveTo>
                    <a:pt x="8258163" y="276098"/>
                  </a:moveTo>
                  <a:lnTo>
                    <a:pt x="552450" y="276098"/>
                  </a:lnTo>
                  <a:lnTo>
                    <a:pt x="828675" y="276225"/>
                  </a:lnTo>
                  <a:lnTo>
                    <a:pt x="824223" y="325869"/>
                  </a:lnTo>
                  <a:lnTo>
                    <a:pt x="811390" y="372597"/>
                  </a:lnTo>
                  <a:lnTo>
                    <a:pt x="790956" y="415628"/>
                  </a:lnTo>
                  <a:lnTo>
                    <a:pt x="763701" y="454181"/>
                  </a:lnTo>
                  <a:lnTo>
                    <a:pt x="730406" y="487476"/>
                  </a:lnTo>
                  <a:lnTo>
                    <a:pt x="691853" y="514730"/>
                  </a:lnTo>
                  <a:lnTo>
                    <a:pt x="648822" y="535165"/>
                  </a:lnTo>
                  <a:lnTo>
                    <a:pt x="602094" y="547998"/>
                  </a:lnTo>
                  <a:lnTo>
                    <a:pt x="552450" y="552450"/>
                  </a:lnTo>
                  <a:lnTo>
                    <a:pt x="7981950" y="552450"/>
                  </a:lnTo>
                  <a:lnTo>
                    <a:pt x="8031594" y="547998"/>
                  </a:lnTo>
                  <a:lnTo>
                    <a:pt x="8078322" y="535165"/>
                  </a:lnTo>
                  <a:lnTo>
                    <a:pt x="8121353" y="514730"/>
                  </a:lnTo>
                  <a:lnTo>
                    <a:pt x="8159906" y="487476"/>
                  </a:lnTo>
                  <a:lnTo>
                    <a:pt x="8193201" y="454181"/>
                  </a:lnTo>
                  <a:lnTo>
                    <a:pt x="8220456" y="415628"/>
                  </a:lnTo>
                  <a:lnTo>
                    <a:pt x="8240890" y="372597"/>
                  </a:lnTo>
                  <a:lnTo>
                    <a:pt x="8253723" y="325869"/>
                  </a:lnTo>
                  <a:lnTo>
                    <a:pt x="8258175" y="276225"/>
                  </a:lnTo>
                  <a:close/>
                </a:path>
              </a:pathLst>
            </a:custGeom>
            <a:solidFill>
              <a:srgbClr val="99CC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" name="object 4"/>
            <p:cNvSpPr/>
            <p:nvPr/>
          </p:nvSpPr>
          <p:spPr>
            <a:xfrm>
              <a:off x="323850" y="1401698"/>
              <a:ext cx="1104900" cy="4144010"/>
            </a:xfrm>
            <a:custGeom>
              <a:avLst/>
              <a:gdLst/>
              <a:ahLst/>
              <a:cxnLst/>
              <a:rect l="l" t="t" r="r" b="b"/>
              <a:pathLst>
                <a:path w="1104900" h="4144010">
                  <a:moveTo>
                    <a:pt x="828675" y="0"/>
                  </a:moveTo>
                  <a:lnTo>
                    <a:pt x="785021" y="7042"/>
                  </a:lnTo>
                  <a:lnTo>
                    <a:pt x="747108" y="26655"/>
                  </a:lnTo>
                  <a:lnTo>
                    <a:pt x="717210" y="56564"/>
                  </a:lnTo>
                  <a:lnTo>
                    <a:pt x="697603" y="94496"/>
                  </a:lnTo>
                  <a:lnTo>
                    <a:pt x="690562" y="138175"/>
                  </a:lnTo>
                  <a:lnTo>
                    <a:pt x="697603" y="181855"/>
                  </a:lnTo>
                  <a:lnTo>
                    <a:pt x="717210" y="219787"/>
                  </a:lnTo>
                  <a:lnTo>
                    <a:pt x="747108" y="249696"/>
                  </a:lnTo>
                  <a:lnTo>
                    <a:pt x="785021" y="269309"/>
                  </a:lnTo>
                  <a:lnTo>
                    <a:pt x="828675" y="276351"/>
                  </a:lnTo>
                  <a:lnTo>
                    <a:pt x="878319" y="271900"/>
                  </a:lnTo>
                  <a:lnTo>
                    <a:pt x="925047" y="259067"/>
                  </a:lnTo>
                  <a:lnTo>
                    <a:pt x="968078" y="238632"/>
                  </a:lnTo>
                  <a:lnTo>
                    <a:pt x="1006631" y="211378"/>
                  </a:lnTo>
                  <a:lnTo>
                    <a:pt x="1039926" y="178083"/>
                  </a:lnTo>
                  <a:lnTo>
                    <a:pt x="1067181" y="139530"/>
                  </a:lnTo>
                  <a:lnTo>
                    <a:pt x="1087615" y="96499"/>
                  </a:lnTo>
                  <a:lnTo>
                    <a:pt x="1100448" y="49771"/>
                  </a:lnTo>
                  <a:lnTo>
                    <a:pt x="1104900" y="126"/>
                  </a:lnTo>
                  <a:lnTo>
                    <a:pt x="828675" y="0"/>
                  </a:lnTo>
                  <a:close/>
                </a:path>
                <a:path w="1104900" h="4144010">
                  <a:moveTo>
                    <a:pt x="276225" y="3590925"/>
                  </a:moveTo>
                  <a:lnTo>
                    <a:pt x="226573" y="3595376"/>
                  </a:lnTo>
                  <a:lnTo>
                    <a:pt x="179842" y="3608210"/>
                  </a:lnTo>
                  <a:lnTo>
                    <a:pt x="136810" y="3628648"/>
                  </a:lnTo>
                  <a:lnTo>
                    <a:pt x="98257" y="3655909"/>
                  </a:lnTo>
                  <a:lnTo>
                    <a:pt x="64965" y="3689214"/>
                  </a:lnTo>
                  <a:lnTo>
                    <a:pt x="37713" y="3727783"/>
                  </a:lnTo>
                  <a:lnTo>
                    <a:pt x="17281" y="3770837"/>
                  </a:lnTo>
                  <a:lnTo>
                    <a:pt x="4450" y="3817594"/>
                  </a:lnTo>
                  <a:lnTo>
                    <a:pt x="0" y="3867277"/>
                  </a:lnTo>
                  <a:lnTo>
                    <a:pt x="4450" y="3916921"/>
                  </a:lnTo>
                  <a:lnTo>
                    <a:pt x="17281" y="3963649"/>
                  </a:lnTo>
                  <a:lnTo>
                    <a:pt x="37713" y="4006680"/>
                  </a:lnTo>
                  <a:lnTo>
                    <a:pt x="64965" y="4045233"/>
                  </a:lnTo>
                  <a:lnTo>
                    <a:pt x="98257" y="4078528"/>
                  </a:lnTo>
                  <a:lnTo>
                    <a:pt x="136810" y="4105783"/>
                  </a:lnTo>
                  <a:lnTo>
                    <a:pt x="179842" y="4126217"/>
                  </a:lnTo>
                  <a:lnTo>
                    <a:pt x="226573" y="4139050"/>
                  </a:lnTo>
                  <a:lnTo>
                    <a:pt x="276225" y="4143502"/>
                  </a:lnTo>
                  <a:lnTo>
                    <a:pt x="325876" y="4139050"/>
                  </a:lnTo>
                  <a:lnTo>
                    <a:pt x="372607" y="4126217"/>
                  </a:lnTo>
                  <a:lnTo>
                    <a:pt x="415639" y="4105783"/>
                  </a:lnTo>
                  <a:lnTo>
                    <a:pt x="454192" y="4078528"/>
                  </a:lnTo>
                  <a:lnTo>
                    <a:pt x="487484" y="4045233"/>
                  </a:lnTo>
                  <a:lnTo>
                    <a:pt x="514736" y="4006680"/>
                  </a:lnTo>
                  <a:lnTo>
                    <a:pt x="535168" y="3963649"/>
                  </a:lnTo>
                  <a:lnTo>
                    <a:pt x="547999" y="3916921"/>
                  </a:lnTo>
                  <a:lnTo>
                    <a:pt x="552450" y="3867277"/>
                  </a:lnTo>
                  <a:lnTo>
                    <a:pt x="276225" y="3867277"/>
                  </a:lnTo>
                  <a:lnTo>
                    <a:pt x="319878" y="3860234"/>
                  </a:lnTo>
                  <a:lnTo>
                    <a:pt x="357791" y="3840621"/>
                  </a:lnTo>
                  <a:lnTo>
                    <a:pt x="387689" y="3810712"/>
                  </a:lnTo>
                  <a:lnTo>
                    <a:pt x="407296" y="3772780"/>
                  </a:lnTo>
                  <a:lnTo>
                    <a:pt x="414337" y="3729101"/>
                  </a:lnTo>
                  <a:lnTo>
                    <a:pt x="407296" y="3685421"/>
                  </a:lnTo>
                  <a:lnTo>
                    <a:pt x="387689" y="3647489"/>
                  </a:lnTo>
                  <a:lnTo>
                    <a:pt x="357791" y="3617580"/>
                  </a:lnTo>
                  <a:lnTo>
                    <a:pt x="319878" y="3597967"/>
                  </a:lnTo>
                  <a:lnTo>
                    <a:pt x="276225" y="3590925"/>
                  </a:lnTo>
                  <a:close/>
                </a:path>
              </a:pathLst>
            </a:custGeom>
            <a:solidFill>
              <a:srgbClr val="7AA3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23850" y="1125600"/>
              <a:ext cx="8534400" cy="4419600"/>
            </a:xfrm>
            <a:custGeom>
              <a:avLst/>
              <a:gdLst/>
              <a:ahLst/>
              <a:cxnLst/>
              <a:rect l="l" t="t" r="r" b="b"/>
              <a:pathLst>
                <a:path w="8534400" h="4419600">
                  <a:moveTo>
                    <a:pt x="552450" y="3867023"/>
                  </a:moveTo>
                  <a:lnTo>
                    <a:pt x="552450" y="276225"/>
                  </a:lnTo>
                  <a:lnTo>
                    <a:pt x="556900" y="226547"/>
                  </a:lnTo>
                  <a:lnTo>
                    <a:pt x="569731" y="179801"/>
                  </a:lnTo>
                  <a:lnTo>
                    <a:pt x="590163" y="136764"/>
                  </a:lnTo>
                  <a:lnTo>
                    <a:pt x="617415" y="98215"/>
                  </a:lnTo>
                  <a:lnTo>
                    <a:pt x="650707" y="64932"/>
                  </a:lnTo>
                  <a:lnTo>
                    <a:pt x="689260" y="37690"/>
                  </a:lnTo>
                  <a:lnTo>
                    <a:pt x="732292" y="17269"/>
                  </a:lnTo>
                  <a:lnTo>
                    <a:pt x="779023" y="4447"/>
                  </a:lnTo>
                  <a:lnTo>
                    <a:pt x="828675" y="0"/>
                  </a:lnTo>
                  <a:lnTo>
                    <a:pt x="8258175" y="0"/>
                  </a:lnTo>
                  <a:lnTo>
                    <a:pt x="8307819" y="4447"/>
                  </a:lnTo>
                  <a:lnTo>
                    <a:pt x="8354547" y="17269"/>
                  </a:lnTo>
                  <a:lnTo>
                    <a:pt x="8397578" y="37690"/>
                  </a:lnTo>
                  <a:lnTo>
                    <a:pt x="8436131" y="64932"/>
                  </a:lnTo>
                  <a:lnTo>
                    <a:pt x="8469426" y="98215"/>
                  </a:lnTo>
                  <a:lnTo>
                    <a:pt x="8496681" y="136764"/>
                  </a:lnTo>
                  <a:lnTo>
                    <a:pt x="8517115" y="179801"/>
                  </a:lnTo>
                  <a:lnTo>
                    <a:pt x="8529948" y="226547"/>
                  </a:lnTo>
                  <a:lnTo>
                    <a:pt x="8534400" y="276225"/>
                  </a:lnTo>
                  <a:lnTo>
                    <a:pt x="8529948" y="325869"/>
                  </a:lnTo>
                  <a:lnTo>
                    <a:pt x="8517115" y="372597"/>
                  </a:lnTo>
                  <a:lnTo>
                    <a:pt x="8496681" y="415628"/>
                  </a:lnTo>
                  <a:lnTo>
                    <a:pt x="8469426" y="454181"/>
                  </a:lnTo>
                  <a:lnTo>
                    <a:pt x="8436131" y="487476"/>
                  </a:lnTo>
                  <a:lnTo>
                    <a:pt x="8397578" y="514730"/>
                  </a:lnTo>
                  <a:lnTo>
                    <a:pt x="8354547" y="535165"/>
                  </a:lnTo>
                  <a:lnTo>
                    <a:pt x="8307819" y="547998"/>
                  </a:lnTo>
                  <a:lnTo>
                    <a:pt x="8258175" y="552450"/>
                  </a:lnTo>
                  <a:lnTo>
                    <a:pt x="7981950" y="552450"/>
                  </a:lnTo>
                  <a:lnTo>
                    <a:pt x="7981950" y="4143375"/>
                  </a:lnTo>
                  <a:lnTo>
                    <a:pt x="7977498" y="4193019"/>
                  </a:lnTo>
                  <a:lnTo>
                    <a:pt x="7964665" y="4239747"/>
                  </a:lnTo>
                  <a:lnTo>
                    <a:pt x="7944231" y="4282778"/>
                  </a:lnTo>
                  <a:lnTo>
                    <a:pt x="7916976" y="4321331"/>
                  </a:lnTo>
                  <a:lnTo>
                    <a:pt x="7883681" y="4354626"/>
                  </a:lnTo>
                  <a:lnTo>
                    <a:pt x="7845128" y="4381881"/>
                  </a:lnTo>
                  <a:lnTo>
                    <a:pt x="7802097" y="4402315"/>
                  </a:lnTo>
                  <a:lnTo>
                    <a:pt x="7755369" y="4415148"/>
                  </a:lnTo>
                  <a:lnTo>
                    <a:pt x="7705725" y="4419600"/>
                  </a:lnTo>
                  <a:lnTo>
                    <a:pt x="276225" y="4419600"/>
                  </a:lnTo>
                  <a:lnTo>
                    <a:pt x="226573" y="4415148"/>
                  </a:lnTo>
                  <a:lnTo>
                    <a:pt x="179842" y="4402315"/>
                  </a:lnTo>
                  <a:lnTo>
                    <a:pt x="136810" y="4381881"/>
                  </a:lnTo>
                  <a:lnTo>
                    <a:pt x="98257" y="4354626"/>
                  </a:lnTo>
                  <a:lnTo>
                    <a:pt x="64965" y="4321331"/>
                  </a:lnTo>
                  <a:lnTo>
                    <a:pt x="37713" y="4282778"/>
                  </a:lnTo>
                  <a:lnTo>
                    <a:pt x="17281" y="4239747"/>
                  </a:lnTo>
                  <a:lnTo>
                    <a:pt x="4450" y="4193019"/>
                  </a:lnTo>
                  <a:lnTo>
                    <a:pt x="0" y="4143375"/>
                  </a:lnTo>
                  <a:lnTo>
                    <a:pt x="4450" y="4093692"/>
                  </a:lnTo>
                  <a:lnTo>
                    <a:pt x="17281" y="4046935"/>
                  </a:lnTo>
                  <a:lnTo>
                    <a:pt x="37713" y="4003881"/>
                  </a:lnTo>
                  <a:lnTo>
                    <a:pt x="64965" y="3965312"/>
                  </a:lnTo>
                  <a:lnTo>
                    <a:pt x="98257" y="3932007"/>
                  </a:lnTo>
                  <a:lnTo>
                    <a:pt x="136810" y="3904746"/>
                  </a:lnTo>
                  <a:lnTo>
                    <a:pt x="179842" y="3884308"/>
                  </a:lnTo>
                  <a:lnTo>
                    <a:pt x="226573" y="3871474"/>
                  </a:lnTo>
                  <a:lnTo>
                    <a:pt x="276225" y="3867023"/>
                  </a:lnTo>
                  <a:lnTo>
                    <a:pt x="552450" y="3867023"/>
                  </a:lnTo>
                  <a:close/>
                </a:path>
                <a:path w="8534400" h="4419600">
                  <a:moveTo>
                    <a:pt x="828675" y="0"/>
                  </a:moveTo>
                  <a:lnTo>
                    <a:pt x="878319" y="4447"/>
                  </a:lnTo>
                  <a:lnTo>
                    <a:pt x="925047" y="17269"/>
                  </a:lnTo>
                  <a:lnTo>
                    <a:pt x="968078" y="37690"/>
                  </a:lnTo>
                  <a:lnTo>
                    <a:pt x="1006631" y="64932"/>
                  </a:lnTo>
                  <a:lnTo>
                    <a:pt x="1039926" y="98215"/>
                  </a:lnTo>
                  <a:lnTo>
                    <a:pt x="1067181" y="136764"/>
                  </a:lnTo>
                  <a:lnTo>
                    <a:pt x="1087615" y="179801"/>
                  </a:lnTo>
                  <a:lnTo>
                    <a:pt x="1100448" y="226547"/>
                  </a:lnTo>
                  <a:lnTo>
                    <a:pt x="1104900" y="276225"/>
                  </a:lnTo>
                  <a:lnTo>
                    <a:pt x="1100448" y="325869"/>
                  </a:lnTo>
                  <a:lnTo>
                    <a:pt x="1087615" y="372597"/>
                  </a:lnTo>
                  <a:lnTo>
                    <a:pt x="1067181" y="415628"/>
                  </a:lnTo>
                  <a:lnTo>
                    <a:pt x="1039926" y="454181"/>
                  </a:lnTo>
                  <a:lnTo>
                    <a:pt x="1006631" y="487476"/>
                  </a:lnTo>
                  <a:lnTo>
                    <a:pt x="968078" y="514730"/>
                  </a:lnTo>
                  <a:lnTo>
                    <a:pt x="925047" y="535165"/>
                  </a:lnTo>
                  <a:lnTo>
                    <a:pt x="878319" y="547998"/>
                  </a:lnTo>
                  <a:lnTo>
                    <a:pt x="828675" y="552450"/>
                  </a:lnTo>
                  <a:lnTo>
                    <a:pt x="785021" y="545407"/>
                  </a:lnTo>
                  <a:lnTo>
                    <a:pt x="747108" y="525794"/>
                  </a:lnTo>
                  <a:lnTo>
                    <a:pt x="717210" y="495885"/>
                  </a:lnTo>
                  <a:lnTo>
                    <a:pt x="697603" y="457953"/>
                  </a:lnTo>
                  <a:lnTo>
                    <a:pt x="690562" y="414274"/>
                  </a:lnTo>
                  <a:lnTo>
                    <a:pt x="697603" y="370594"/>
                  </a:lnTo>
                  <a:lnTo>
                    <a:pt x="717210" y="332662"/>
                  </a:lnTo>
                  <a:lnTo>
                    <a:pt x="747108" y="302753"/>
                  </a:lnTo>
                  <a:lnTo>
                    <a:pt x="785021" y="283140"/>
                  </a:lnTo>
                  <a:lnTo>
                    <a:pt x="828675" y="276098"/>
                  </a:lnTo>
                  <a:lnTo>
                    <a:pt x="1104900" y="276225"/>
                  </a:lnTo>
                </a:path>
                <a:path w="8534400" h="4419600">
                  <a:moveTo>
                    <a:pt x="7981950" y="552450"/>
                  </a:moveTo>
                  <a:lnTo>
                    <a:pt x="828675" y="552450"/>
                  </a:lnTo>
                </a:path>
                <a:path w="8534400" h="4419600">
                  <a:moveTo>
                    <a:pt x="276225" y="3867023"/>
                  </a:moveTo>
                  <a:lnTo>
                    <a:pt x="319878" y="3874065"/>
                  </a:lnTo>
                  <a:lnTo>
                    <a:pt x="357791" y="3893678"/>
                  </a:lnTo>
                  <a:lnTo>
                    <a:pt x="387689" y="3923587"/>
                  </a:lnTo>
                  <a:lnTo>
                    <a:pt x="407296" y="3961519"/>
                  </a:lnTo>
                  <a:lnTo>
                    <a:pt x="414337" y="4005199"/>
                  </a:lnTo>
                  <a:lnTo>
                    <a:pt x="407296" y="4048878"/>
                  </a:lnTo>
                  <a:lnTo>
                    <a:pt x="387689" y="4086810"/>
                  </a:lnTo>
                  <a:lnTo>
                    <a:pt x="357791" y="4116719"/>
                  </a:lnTo>
                  <a:lnTo>
                    <a:pt x="319878" y="4136332"/>
                  </a:lnTo>
                  <a:lnTo>
                    <a:pt x="276225" y="4143375"/>
                  </a:lnTo>
                  <a:lnTo>
                    <a:pt x="552450" y="4143375"/>
                  </a:lnTo>
                </a:path>
                <a:path w="8534400" h="4419600">
                  <a:moveTo>
                    <a:pt x="276225" y="4419600"/>
                  </a:moveTo>
                  <a:lnTo>
                    <a:pt x="325876" y="4415148"/>
                  </a:lnTo>
                  <a:lnTo>
                    <a:pt x="372607" y="4402315"/>
                  </a:lnTo>
                  <a:lnTo>
                    <a:pt x="415639" y="4381881"/>
                  </a:lnTo>
                  <a:lnTo>
                    <a:pt x="454192" y="4354626"/>
                  </a:lnTo>
                  <a:lnTo>
                    <a:pt x="487484" y="4321331"/>
                  </a:lnTo>
                  <a:lnTo>
                    <a:pt x="514736" y="4282778"/>
                  </a:lnTo>
                  <a:lnTo>
                    <a:pt x="535168" y="4239747"/>
                  </a:lnTo>
                  <a:lnTo>
                    <a:pt x="547999" y="4193019"/>
                  </a:lnTo>
                  <a:lnTo>
                    <a:pt x="552450" y="4143375"/>
                  </a:lnTo>
                  <a:lnTo>
                    <a:pt x="552450" y="3867023"/>
                  </a:lnTo>
                </a:path>
              </a:pathLst>
            </a:custGeom>
            <a:ln w="9525">
              <a:solidFill>
                <a:srgbClr val="0033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067300" y="3008375"/>
              <a:ext cx="614172" cy="67970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308295" y="2377440"/>
            <a:ext cx="7779434" cy="3430426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R="85916" algn="ctr">
              <a:spcBef>
                <a:spcPts val="110"/>
              </a:spcBef>
              <a:tabLst>
                <a:tab pos="2931605" algn="l"/>
              </a:tabLst>
            </a:pPr>
            <a:r>
              <a:rPr sz="2640" spc="-6" dirty="0">
                <a:solidFill>
                  <a:srgbClr val="003366"/>
                </a:solidFill>
                <a:latin typeface="Arial"/>
                <a:cs typeface="Arial"/>
              </a:rPr>
              <a:t>Show </a:t>
            </a:r>
            <a:r>
              <a:rPr sz="2640" dirty="0">
                <a:solidFill>
                  <a:srgbClr val="003366"/>
                </a:solidFill>
                <a:latin typeface="Arial"/>
                <a:cs typeface="Arial"/>
              </a:rPr>
              <a:t>that</a:t>
            </a:r>
            <a:r>
              <a:rPr sz="2640" spc="22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640" spc="-6" dirty="0">
                <a:solidFill>
                  <a:srgbClr val="003366"/>
                </a:solidFill>
                <a:latin typeface="Arial"/>
                <a:cs typeface="Arial"/>
              </a:rPr>
              <a:t>Class</a:t>
            </a:r>
            <a:r>
              <a:rPr sz="2640" spc="22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640" b="1" i="1" dirty="0">
                <a:solidFill>
                  <a:srgbClr val="FF3300"/>
                </a:solidFill>
                <a:latin typeface="Arial"/>
                <a:cs typeface="Arial"/>
              </a:rPr>
              <a:t>A	</a:t>
            </a:r>
            <a:r>
              <a:rPr sz="2640" i="1" spc="-6" dirty="0">
                <a:solidFill>
                  <a:srgbClr val="003366"/>
                </a:solidFill>
                <a:latin typeface="Arial"/>
                <a:cs typeface="Arial"/>
              </a:rPr>
              <a:t>has</a:t>
            </a:r>
            <a:endParaRPr sz="2640" dirty="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z="2640" i="1" spc="-6" dirty="0">
                <a:solidFill>
                  <a:srgbClr val="003366"/>
                </a:solidFill>
                <a:latin typeface="Arial"/>
                <a:cs typeface="Arial"/>
              </a:rPr>
              <a:t>2</a:t>
            </a:r>
            <a:r>
              <a:rPr sz="2640" i="1" spc="-8" baseline="24305" dirty="0">
                <a:solidFill>
                  <a:srgbClr val="003366"/>
                </a:solidFill>
                <a:latin typeface="Arial"/>
                <a:cs typeface="Arial"/>
              </a:rPr>
              <a:t>31 </a:t>
            </a:r>
            <a:r>
              <a:rPr sz="2640" i="1" dirty="0">
                <a:solidFill>
                  <a:srgbClr val="003366"/>
                </a:solidFill>
                <a:latin typeface="Arial"/>
                <a:cs typeface="Arial"/>
              </a:rPr>
              <a:t>= </a:t>
            </a:r>
            <a:r>
              <a:rPr sz="2640" spc="-6" dirty="0">
                <a:solidFill>
                  <a:srgbClr val="003366"/>
                </a:solidFill>
                <a:latin typeface="Arial"/>
                <a:cs typeface="Arial"/>
              </a:rPr>
              <a:t>2,147,483,648</a:t>
            </a:r>
            <a:r>
              <a:rPr sz="2640" spc="-237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640" spc="-6" dirty="0">
                <a:solidFill>
                  <a:srgbClr val="003366"/>
                </a:solidFill>
                <a:latin typeface="Arial"/>
                <a:cs typeface="Arial"/>
              </a:rPr>
              <a:t>addresses</a:t>
            </a:r>
            <a:r>
              <a:rPr lang="en-US" sz="2640" spc="-6" dirty="0">
                <a:solidFill>
                  <a:srgbClr val="003366"/>
                </a:solidFill>
                <a:latin typeface="Arial"/>
                <a:cs typeface="Arial"/>
              </a:rPr>
              <a:t>:</a:t>
            </a:r>
          </a:p>
          <a:p>
            <a:pPr algn="ctr">
              <a:lnSpc>
                <a:spcPct val="100000"/>
              </a:lnSpc>
            </a:pPr>
            <a:endParaRPr lang="en-US" dirty="0"/>
          </a:p>
          <a:p>
            <a:pPr algn="ctr">
              <a:lnSpc>
                <a:spcPct val="100000"/>
              </a:lnSpc>
            </a:pPr>
            <a:endParaRPr lang="en-US" dirty="0"/>
          </a:p>
          <a:p>
            <a:pPr algn="ctr">
              <a:lnSpc>
                <a:spcPct val="100000"/>
              </a:lnSpc>
            </a:pPr>
            <a:endParaRPr lang="en-US" dirty="0"/>
          </a:p>
          <a:p>
            <a:pPr algn="ctr">
              <a:lnSpc>
                <a:spcPct val="100000"/>
              </a:lnSpc>
            </a:pPr>
            <a:r>
              <a:rPr lang="en-US" dirty="0"/>
              <a:t>In </a:t>
            </a:r>
            <a:r>
              <a:rPr lang="en-US" b="1" dirty="0"/>
              <a:t>class</a:t>
            </a:r>
            <a:r>
              <a:rPr lang="en-US" dirty="0"/>
              <a:t> A, only 1 bit defines the </a:t>
            </a:r>
            <a:r>
              <a:rPr lang="en-US" b="1" dirty="0"/>
              <a:t>class</a:t>
            </a:r>
            <a:r>
              <a:rPr lang="en-US" dirty="0"/>
              <a:t>. The remaining 31 bits </a:t>
            </a:r>
            <a:r>
              <a:rPr lang="en-US" b="1" dirty="0"/>
              <a:t>are</a:t>
            </a:r>
            <a:r>
              <a:rPr lang="en-US" dirty="0"/>
              <a:t> available for the </a:t>
            </a:r>
            <a:r>
              <a:rPr lang="en-US" b="1" dirty="0"/>
              <a:t>address</a:t>
            </a:r>
            <a:r>
              <a:rPr lang="en-US" dirty="0"/>
              <a:t>. With 31 bits, </a:t>
            </a:r>
            <a:r>
              <a:rPr lang="en-US" b="1" dirty="0"/>
              <a:t>we</a:t>
            </a:r>
            <a:r>
              <a:rPr lang="en-US" dirty="0"/>
              <a:t> can </a:t>
            </a:r>
            <a:r>
              <a:rPr lang="en-US" b="1" dirty="0"/>
              <a:t>have</a:t>
            </a:r>
            <a:r>
              <a:rPr lang="en-US" dirty="0"/>
              <a:t> 2^31 or </a:t>
            </a:r>
            <a:r>
              <a:rPr lang="en-US" b="1" dirty="0"/>
              <a:t>2,147,483,648 addresses</a:t>
            </a:r>
            <a:r>
              <a:rPr lang="en-US" dirty="0"/>
              <a:t>.</a:t>
            </a:r>
          </a:p>
          <a:p>
            <a:pPr algn="ctr">
              <a:lnSpc>
                <a:spcPct val="100000"/>
              </a:lnSpc>
            </a:pPr>
            <a:endParaRPr lang="en-US" sz="2640" dirty="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endParaRPr lang="en-US" sz="2640" dirty="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endParaRPr sz="2640" dirty="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060241" y="231647"/>
            <a:ext cx="2563216" cy="98907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4236403" y="373095"/>
            <a:ext cx="2219833" cy="577657"/>
          </a:xfrm>
          <a:prstGeom prst="rect">
            <a:avLst/>
          </a:prstGeom>
          <a:ln w="38100">
            <a:solidFill>
              <a:srgbClr val="FF3300"/>
            </a:solidFill>
          </a:ln>
        </p:spPr>
        <p:txBody>
          <a:bodyPr vert="horz" wrap="square" lIns="0" tIns="35622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01283">
              <a:spcBef>
                <a:spcPts val="279"/>
              </a:spcBef>
            </a:pPr>
            <a:r>
              <a:rPr sz="3520" b="1" i="1" dirty="0">
                <a:latin typeface="Times New Roman"/>
                <a:cs typeface="Times New Roman"/>
              </a:rPr>
              <a:t>Example</a:t>
            </a:r>
            <a:r>
              <a:rPr sz="3520" b="1" i="1" spc="-66" dirty="0">
                <a:latin typeface="Times New Roman"/>
                <a:cs typeface="Times New Roman"/>
              </a:rPr>
              <a:t> </a:t>
            </a:r>
            <a:r>
              <a:rPr sz="3520" b="1" i="1" dirty="0">
                <a:latin typeface="Times New Roman"/>
                <a:cs typeface="Times New Roman"/>
              </a:rPr>
              <a:t>5</a:t>
            </a:r>
            <a:endParaRPr sz="3520">
              <a:latin typeface="Times New Roman"/>
              <a:cs typeface="Times New Roman"/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0B28A6F8-03C1-5942-942A-D5FA7581D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0269B-3FF7-874D-8ED1-2D9E2506D078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760975" y="897180"/>
            <a:ext cx="1924507" cy="74767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870361" y="955992"/>
            <a:ext cx="1723898" cy="445058"/>
          </a:xfrm>
          <a:prstGeom prst="rect">
            <a:avLst/>
          </a:prstGeom>
          <a:ln w="38100">
            <a:solidFill>
              <a:srgbClr val="FF3300"/>
            </a:solidFill>
          </a:ln>
        </p:spPr>
        <p:txBody>
          <a:bodyPr vert="horz" wrap="square" lIns="0" tIns="38418" rIns="0" bIns="0" rtlCol="0">
            <a:spAutoFit/>
          </a:bodyPr>
          <a:lstStyle/>
          <a:p>
            <a:pPr marL="101283">
              <a:spcBef>
                <a:spcPts val="303"/>
              </a:spcBef>
            </a:pPr>
            <a:r>
              <a:rPr sz="2640" b="1" i="1" dirty="0">
                <a:solidFill>
                  <a:srgbClr val="003366"/>
                </a:solidFill>
                <a:latin typeface="Times New Roman"/>
                <a:cs typeface="Times New Roman"/>
              </a:rPr>
              <a:t>Example</a:t>
            </a:r>
            <a:r>
              <a:rPr sz="2640" b="1" i="1" spc="-66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640" b="1" i="1" dirty="0">
                <a:solidFill>
                  <a:srgbClr val="003366"/>
                </a:solidFill>
                <a:latin typeface="Times New Roman"/>
                <a:cs typeface="Times New Roman"/>
              </a:rPr>
              <a:t>6</a:t>
            </a:r>
            <a:endParaRPr sz="264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219499" y="4191304"/>
            <a:ext cx="2152497" cy="98907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395381" y="4282599"/>
            <a:ext cx="1807718" cy="579069"/>
          </a:xfrm>
          <a:prstGeom prst="rect">
            <a:avLst/>
          </a:prstGeom>
          <a:ln w="38100">
            <a:solidFill>
              <a:srgbClr val="FF3300"/>
            </a:solidFill>
          </a:ln>
        </p:spPr>
        <p:txBody>
          <a:bodyPr vert="horz" wrap="square" lIns="0" tIns="37021" rIns="0" bIns="0" rtlCol="0">
            <a:spAutoFit/>
          </a:bodyPr>
          <a:lstStyle/>
          <a:p>
            <a:pPr marL="101283">
              <a:spcBef>
                <a:spcPts val="292"/>
              </a:spcBef>
            </a:pPr>
            <a:r>
              <a:rPr sz="3520" b="1" i="1" dirty="0">
                <a:solidFill>
                  <a:srgbClr val="003366"/>
                </a:solidFill>
                <a:latin typeface="Times New Roman"/>
                <a:cs typeface="Times New Roman"/>
              </a:rPr>
              <a:t>Solution</a:t>
            </a:r>
            <a:endParaRPr sz="3520">
              <a:latin typeface="Times New Roman"/>
              <a:cs typeface="Times New Roman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856264" y="1741874"/>
            <a:ext cx="7734491" cy="2277110"/>
            <a:chOff x="1687512" y="1479613"/>
            <a:chExt cx="7031355" cy="2070100"/>
          </a:xfrm>
        </p:grpSpPr>
        <p:sp>
          <p:nvSpPr>
            <p:cNvPr id="7" name="object 7"/>
            <p:cNvSpPr/>
            <p:nvPr/>
          </p:nvSpPr>
          <p:spPr>
            <a:xfrm>
              <a:off x="1821053" y="1484375"/>
              <a:ext cx="6892925" cy="2060575"/>
            </a:xfrm>
            <a:custGeom>
              <a:avLst/>
              <a:gdLst/>
              <a:ahLst/>
              <a:cxnLst/>
              <a:rect l="l" t="t" r="r" b="b"/>
              <a:pathLst>
                <a:path w="6892925" h="2060575">
                  <a:moveTo>
                    <a:pt x="6763893" y="0"/>
                  </a:moveTo>
                  <a:lnTo>
                    <a:pt x="257556" y="0"/>
                  </a:lnTo>
                  <a:lnTo>
                    <a:pt x="207430" y="10120"/>
                  </a:lnTo>
                  <a:lnTo>
                    <a:pt x="166497" y="37719"/>
                  </a:lnTo>
                  <a:lnTo>
                    <a:pt x="138898" y="78652"/>
                  </a:lnTo>
                  <a:lnTo>
                    <a:pt x="128778" y="128777"/>
                  </a:lnTo>
                  <a:lnTo>
                    <a:pt x="128778" y="1802891"/>
                  </a:lnTo>
                  <a:lnTo>
                    <a:pt x="0" y="1802891"/>
                  </a:lnTo>
                  <a:lnTo>
                    <a:pt x="25062" y="1807952"/>
                  </a:lnTo>
                  <a:lnTo>
                    <a:pt x="45529" y="1821751"/>
                  </a:lnTo>
                  <a:lnTo>
                    <a:pt x="59328" y="1842218"/>
                  </a:lnTo>
                  <a:lnTo>
                    <a:pt x="64389" y="1867281"/>
                  </a:lnTo>
                  <a:lnTo>
                    <a:pt x="59328" y="1892343"/>
                  </a:lnTo>
                  <a:lnTo>
                    <a:pt x="45529" y="1912810"/>
                  </a:lnTo>
                  <a:lnTo>
                    <a:pt x="25062" y="1926609"/>
                  </a:lnTo>
                  <a:lnTo>
                    <a:pt x="0" y="1931670"/>
                  </a:lnTo>
                  <a:lnTo>
                    <a:pt x="128778" y="1931670"/>
                  </a:lnTo>
                  <a:lnTo>
                    <a:pt x="118657" y="1981815"/>
                  </a:lnTo>
                  <a:lnTo>
                    <a:pt x="91059" y="2022792"/>
                  </a:lnTo>
                  <a:lnTo>
                    <a:pt x="50125" y="2050434"/>
                  </a:lnTo>
                  <a:lnTo>
                    <a:pt x="0" y="2060575"/>
                  </a:lnTo>
                  <a:lnTo>
                    <a:pt x="6506337" y="2060575"/>
                  </a:lnTo>
                  <a:lnTo>
                    <a:pt x="6556462" y="2050434"/>
                  </a:lnTo>
                  <a:lnTo>
                    <a:pt x="6597395" y="2022792"/>
                  </a:lnTo>
                  <a:lnTo>
                    <a:pt x="6624994" y="1981815"/>
                  </a:lnTo>
                  <a:lnTo>
                    <a:pt x="6635115" y="1931670"/>
                  </a:lnTo>
                  <a:lnTo>
                    <a:pt x="6635115" y="257556"/>
                  </a:lnTo>
                  <a:lnTo>
                    <a:pt x="257556" y="257556"/>
                  </a:lnTo>
                  <a:lnTo>
                    <a:pt x="232493" y="252495"/>
                  </a:lnTo>
                  <a:lnTo>
                    <a:pt x="212026" y="238696"/>
                  </a:lnTo>
                  <a:lnTo>
                    <a:pt x="198227" y="218229"/>
                  </a:lnTo>
                  <a:lnTo>
                    <a:pt x="193167" y="193166"/>
                  </a:lnTo>
                  <a:lnTo>
                    <a:pt x="198227" y="168104"/>
                  </a:lnTo>
                  <a:lnTo>
                    <a:pt x="212026" y="147637"/>
                  </a:lnTo>
                  <a:lnTo>
                    <a:pt x="232493" y="133838"/>
                  </a:lnTo>
                  <a:lnTo>
                    <a:pt x="257556" y="128777"/>
                  </a:lnTo>
                  <a:lnTo>
                    <a:pt x="6892798" y="128777"/>
                  </a:lnTo>
                  <a:lnTo>
                    <a:pt x="6882657" y="78652"/>
                  </a:lnTo>
                  <a:lnTo>
                    <a:pt x="6855015" y="37719"/>
                  </a:lnTo>
                  <a:lnTo>
                    <a:pt x="6814038" y="10120"/>
                  </a:lnTo>
                  <a:lnTo>
                    <a:pt x="6763893" y="0"/>
                  </a:lnTo>
                  <a:close/>
                </a:path>
                <a:path w="6892925" h="2060575">
                  <a:moveTo>
                    <a:pt x="6892798" y="128777"/>
                  </a:moveTo>
                  <a:lnTo>
                    <a:pt x="386334" y="128777"/>
                  </a:lnTo>
                  <a:lnTo>
                    <a:pt x="376213" y="178903"/>
                  </a:lnTo>
                  <a:lnTo>
                    <a:pt x="348615" y="219837"/>
                  </a:lnTo>
                  <a:lnTo>
                    <a:pt x="307681" y="247435"/>
                  </a:lnTo>
                  <a:lnTo>
                    <a:pt x="257556" y="257556"/>
                  </a:lnTo>
                  <a:lnTo>
                    <a:pt x="6763893" y="257556"/>
                  </a:lnTo>
                  <a:lnTo>
                    <a:pt x="6814038" y="247435"/>
                  </a:lnTo>
                  <a:lnTo>
                    <a:pt x="6855015" y="219837"/>
                  </a:lnTo>
                  <a:lnTo>
                    <a:pt x="6882657" y="178903"/>
                  </a:lnTo>
                  <a:lnTo>
                    <a:pt x="6892798" y="128777"/>
                  </a:lnTo>
                  <a:close/>
                </a:path>
              </a:pathLst>
            </a:custGeom>
            <a:solidFill>
              <a:srgbClr val="66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692275" y="1613153"/>
              <a:ext cx="515620" cy="1932305"/>
            </a:xfrm>
            <a:custGeom>
              <a:avLst/>
              <a:gdLst/>
              <a:ahLst/>
              <a:cxnLst/>
              <a:rect l="l" t="t" r="r" b="b"/>
              <a:pathLst>
                <a:path w="515619" h="1932304">
                  <a:moveTo>
                    <a:pt x="515112" y="0"/>
                  </a:moveTo>
                  <a:lnTo>
                    <a:pt x="386333" y="0"/>
                  </a:lnTo>
                  <a:lnTo>
                    <a:pt x="361271" y="5060"/>
                  </a:lnTo>
                  <a:lnTo>
                    <a:pt x="340804" y="18859"/>
                  </a:lnTo>
                  <a:lnTo>
                    <a:pt x="327005" y="39326"/>
                  </a:lnTo>
                  <a:lnTo>
                    <a:pt x="321944" y="64388"/>
                  </a:lnTo>
                  <a:lnTo>
                    <a:pt x="327005" y="89451"/>
                  </a:lnTo>
                  <a:lnTo>
                    <a:pt x="340804" y="109918"/>
                  </a:lnTo>
                  <a:lnTo>
                    <a:pt x="361271" y="123717"/>
                  </a:lnTo>
                  <a:lnTo>
                    <a:pt x="386333" y="128778"/>
                  </a:lnTo>
                  <a:lnTo>
                    <a:pt x="436459" y="118657"/>
                  </a:lnTo>
                  <a:lnTo>
                    <a:pt x="477393" y="91059"/>
                  </a:lnTo>
                  <a:lnTo>
                    <a:pt x="504991" y="50125"/>
                  </a:lnTo>
                  <a:lnTo>
                    <a:pt x="515112" y="0"/>
                  </a:lnTo>
                  <a:close/>
                </a:path>
                <a:path w="515619" h="1932304">
                  <a:moveTo>
                    <a:pt x="128777" y="1674114"/>
                  </a:moveTo>
                  <a:lnTo>
                    <a:pt x="78652" y="1684234"/>
                  </a:lnTo>
                  <a:lnTo>
                    <a:pt x="37718" y="1711832"/>
                  </a:lnTo>
                  <a:lnTo>
                    <a:pt x="10120" y="1752766"/>
                  </a:lnTo>
                  <a:lnTo>
                    <a:pt x="0" y="1802892"/>
                  </a:lnTo>
                  <a:lnTo>
                    <a:pt x="10120" y="1853037"/>
                  </a:lnTo>
                  <a:lnTo>
                    <a:pt x="37718" y="1894014"/>
                  </a:lnTo>
                  <a:lnTo>
                    <a:pt x="78652" y="1921656"/>
                  </a:lnTo>
                  <a:lnTo>
                    <a:pt x="128777" y="1931797"/>
                  </a:lnTo>
                  <a:lnTo>
                    <a:pt x="178903" y="1921656"/>
                  </a:lnTo>
                  <a:lnTo>
                    <a:pt x="219836" y="1894014"/>
                  </a:lnTo>
                  <a:lnTo>
                    <a:pt x="247435" y="1853037"/>
                  </a:lnTo>
                  <a:lnTo>
                    <a:pt x="257556" y="1802892"/>
                  </a:lnTo>
                  <a:lnTo>
                    <a:pt x="128777" y="1802892"/>
                  </a:lnTo>
                  <a:lnTo>
                    <a:pt x="153840" y="1797831"/>
                  </a:lnTo>
                  <a:lnTo>
                    <a:pt x="174307" y="1784032"/>
                  </a:lnTo>
                  <a:lnTo>
                    <a:pt x="188106" y="1763565"/>
                  </a:lnTo>
                  <a:lnTo>
                    <a:pt x="193167" y="1738503"/>
                  </a:lnTo>
                  <a:lnTo>
                    <a:pt x="188106" y="1713440"/>
                  </a:lnTo>
                  <a:lnTo>
                    <a:pt x="174307" y="1692973"/>
                  </a:lnTo>
                  <a:lnTo>
                    <a:pt x="153840" y="1679174"/>
                  </a:lnTo>
                  <a:lnTo>
                    <a:pt x="128777" y="1674114"/>
                  </a:lnTo>
                  <a:close/>
                </a:path>
              </a:pathLst>
            </a:custGeom>
            <a:solidFill>
              <a:srgbClr val="52A3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692275" y="1484375"/>
              <a:ext cx="7021830" cy="2060575"/>
            </a:xfrm>
            <a:custGeom>
              <a:avLst/>
              <a:gdLst/>
              <a:ahLst/>
              <a:cxnLst/>
              <a:rect l="l" t="t" r="r" b="b"/>
              <a:pathLst>
                <a:path w="7021830" h="2060575">
                  <a:moveTo>
                    <a:pt x="257556" y="1802891"/>
                  </a:moveTo>
                  <a:lnTo>
                    <a:pt x="257556" y="128777"/>
                  </a:lnTo>
                  <a:lnTo>
                    <a:pt x="267676" y="78652"/>
                  </a:lnTo>
                  <a:lnTo>
                    <a:pt x="295275" y="37719"/>
                  </a:lnTo>
                  <a:lnTo>
                    <a:pt x="336208" y="10120"/>
                  </a:lnTo>
                  <a:lnTo>
                    <a:pt x="386333" y="0"/>
                  </a:lnTo>
                  <a:lnTo>
                    <a:pt x="6892671" y="0"/>
                  </a:lnTo>
                  <a:lnTo>
                    <a:pt x="6942816" y="10120"/>
                  </a:lnTo>
                  <a:lnTo>
                    <a:pt x="6983793" y="37719"/>
                  </a:lnTo>
                  <a:lnTo>
                    <a:pt x="7011435" y="78652"/>
                  </a:lnTo>
                  <a:lnTo>
                    <a:pt x="7021576" y="128777"/>
                  </a:lnTo>
                  <a:lnTo>
                    <a:pt x="7011435" y="178903"/>
                  </a:lnTo>
                  <a:lnTo>
                    <a:pt x="6983793" y="219837"/>
                  </a:lnTo>
                  <a:lnTo>
                    <a:pt x="6942816" y="247435"/>
                  </a:lnTo>
                  <a:lnTo>
                    <a:pt x="6892671" y="257556"/>
                  </a:lnTo>
                  <a:lnTo>
                    <a:pt x="6763893" y="257556"/>
                  </a:lnTo>
                  <a:lnTo>
                    <a:pt x="6763893" y="1931670"/>
                  </a:lnTo>
                  <a:lnTo>
                    <a:pt x="6753772" y="1981815"/>
                  </a:lnTo>
                  <a:lnTo>
                    <a:pt x="6726174" y="2022792"/>
                  </a:lnTo>
                  <a:lnTo>
                    <a:pt x="6685240" y="2050434"/>
                  </a:lnTo>
                  <a:lnTo>
                    <a:pt x="6635115" y="2060575"/>
                  </a:lnTo>
                  <a:lnTo>
                    <a:pt x="128777" y="2060575"/>
                  </a:lnTo>
                  <a:lnTo>
                    <a:pt x="78652" y="2050434"/>
                  </a:lnTo>
                  <a:lnTo>
                    <a:pt x="37718" y="2022792"/>
                  </a:lnTo>
                  <a:lnTo>
                    <a:pt x="10120" y="1981815"/>
                  </a:lnTo>
                  <a:lnTo>
                    <a:pt x="0" y="1931670"/>
                  </a:lnTo>
                  <a:lnTo>
                    <a:pt x="10120" y="1881544"/>
                  </a:lnTo>
                  <a:lnTo>
                    <a:pt x="37718" y="1840610"/>
                  </a:lnTo>
                  <a:lnTo>
                    <a:pt x="78652" y="1813012"/>
                  </a:lnTo>
                  <a:lnTo>
                    <a:pt x="128777" y="1802891"/>
                  </a:lnTo>
                  <a:lnTo>
                    <a:pt x="257556" y="1802891"/>
                  </a:lnTo>
                  <a:close/>
                </a:path>
                <a:path w="7021830" h="2060575">
                  <a:moveTo>
                    <a:pt x="386333" y="0"/>
                  </a:moveTo>
                  <a:lnTo>
                    <a:pt x="436459" y="10120"/>
                  </a:lnTo>
                  <a:lnTo>
                    <a:pt x="477393" y="37719"/>
                  </a:lnTo>
                  <a:lnTo>
                    <a:pt x="504991" y="78652"/>
                  </a:lnTo>
                  <a:lnTo>
                    <a:pt x="515112" y="128777"/>
                  </a:lnTo>
                  <a:lnTo>
                    <a:pt x="504991" y="178903"/>
                  </a:lnTo>
                  <a:lnTo>
                    <a:pt x="477393" y="219837"/>
                  </a:lnTo>
                  <a:lnTo>
                    <a:pt x="436459" y="247435"/>
                  </a:lnTo>
                  <a:lnTo>
                    <a:pt x="386333" y="257556"/>
                  </a:lnTo>
                  <a:lnTo>
                    <a:pt x="361271" y="252495"/>
                  </a:lnTo>
                  <a:lnTo>
                    <a:pt x="340804" y="238696"/>
                  </a:lnTo>
                  <a:lnTo>
                    <a:pt x="327005" y="218229"/>
                  </a:lnTo>
                  <a:lnTo>
                    <a:pt x="321944" y="193166"/>
                  </a:lnTo>
                  <a:lnTo>
                    <a:pt x="327005" y="168104"/>
                  </a:lnTo>
                  <a:lnTo>
                    <a:pt x="340804" y="147637"/>
                  </a:lnTo>
                  <a:lnTo>
                    <a:pt x="361271" y="133838"/>
                  </a:lnTo>
                  <a:lnTo>
                    <a:pt x="386333" y="128777"/>
                  </a:lnTo>
                  <a:lnTo>
                    <a:pt x="515112" y="128777"/>
                  </a:lnTo>
                </a:path>
                <a:path w="7021830" h="2060575">
                  <a:moveTo>
                    <a:pt x="6763893" y="257556"/>
                  </a:moveTo>
                  <a:lnTo>
                    <a:pt x="386333" y="257556"/>
                  </a:lnTo>
                </a:path>
              </a:pathLst>
            </a:custGeom>
            <a:ln w="9525">
              <a:solidFill>
                <a:srgbClr val="0033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816290" y="3282505"/>
              <a:ext cx="138303" cy="138303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821053" y="3287268"/>
              <a:ext cx="128905" cy="257810"/>
            </a:xfrm>
            <a:custGeom>
              <a:avLst/>
              <a:gdLst/>
              <a:ahLst/>
              <a:cxnLst/>
              <a:rect l="l" t="t" r="r" b="b"/>
              <a:pathLst>
                <a:path w="128905" h="257810">
                  <a:moveTo>
                    <a:pt x="0" y="257683"/>
                  </a:moveTo>
                  <a:lnTo>
                    <a:pt x="50125" y="247542"/>
                  </a:lnTo>
                  <a:lnTo>
                    <a:pt x="91059" y="219900"/>
                  </a:lnTo>
                  <a:lnTo>
                    <a:pt x="118657" y="178923"/>
                  </a:lnTo>
                  <a:lnTo>
                    <a:pt x="128778" y="128778"/>
                  </a:lnTo>
                  <a:lnTo>
                    <a:pt x="128778" y="0"/>
                  </a:lnTo>
                </a:path>
              </a:pathLst>
            </a:custGeom>
            <a:ln w="9525">
              <a:solidFill>
                <a:srgbClr val="0033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2488615" y="2124723"/>
            <a:ext cx="6468110" cy="420371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3970">
              <a:spcBef>
                <a:spcPts val="110"/>
              </a:spcBef>
            </a:pPr>
            <a:r>
              <a:rPr sz="2640" spc="-6" dirty="0">
                <a:solidFill>
                  <a:srgbClr val="003366"/>
                </a:solidFill>
                <a:latin typeface="Arial"/>
                <a:cs typeface="Arial"/>
              </a:rPr>
              <a:t>Find </a:t>
            </a:r>
            <a:r>
              <a:rPr sz="2640" dirty="0">
                <a:solidFill>
                  <a:srgbClr val="003366"/>
                </a:solidFill>
                <a:latin typeface="Arial"/>
                <a:cs typeface="Arial"/>
              </a:rPr>
              <a:t>the </a:t>
            </a:r>
            <a:r>
              <a:rPr sz="2640" spc="-6" dirty="0">
                <a:solidFill>
                  <a:srgbClr val="003366"/>
                </a:solidFill>
                <a:latin typeface="Arial"/>
                <a:cs typeface="Arial"/>
              </a:rPr>
              <a:t>class </a:t>
            </a:r>
            <a:r>
              <a:rPr sz="2640" dirty="0">
                <a:solidFill>
                  <a:srgbClr val="003366"/>
                </a:solidFill>
                <a:latin typeface="Arial"/>
                <a:cs typeface="Arial"/>
              </a:rPr>
              <a:t>of the </a:t>
            </a:r>
            <a:r>
              <a:rPr sz="2640" spc="-6" dirty="0">
                <a:solidFill>
                  <a:srgbClr val="003366"/>
                </a:solidFill>
                <a:latin typeface="Arial"/>
                <a:cs typeface="Arial"/>
              </a:rPr>
              <a:t>following </a:t>
            </a:r>
            <a:r>
              <a:rPr sz="2640" dirty="0">
                <a:solidFill>
                  <a:srgbClr val="003366"/>
                </a:solidFill>
                <a:latin typeface="Arial"/>
                <a:cs typeface="Arial"/>
              </a:rPr>
              <a:t>IP</a:t>
            </a:r>
            <a:r>
              <a:rPr sz="2640" spc="-44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640" spc="-6" dirty="0">
                <a:solidFill>
                  <a:srgbClr val="003366"/>
                </a:solidFill>
                <a:latin typeface="Arial"/>
                <a:cs typeface="Arial"/>
              </a:rPr>
              <a:t>addresses</a:t>
            </a:r>
            <a:endParaRPr sz="2640">
              <a:latin typeface="Arial"/>
              <a:cs typeface="Arial"/>
            </a:endParaRPr>
          </a:p>
        </p:txBody>
      </p: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2524659" y="2572788"/>
          <a:ext cx="6455537" cy="7773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233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15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306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8510">
                <a:tc>
                  <a:txBody>
                    <a:bodyPr/>
                    <a:lstStyle/>
                    <a:p>
                      <a:pPr marL="62230">
                        <a:lnSpc>
                          <a:spcPts val="2655"/>
                        </a:lnSpc>
                      </a:pPr>
                      <a:r>
                        <a:rPr sz="2600" b="1" spc="-10" dirty="0">
                          <a:solidFill>
                            <a:srgbClr val="003366"/>
                          </a:solidFill>
                          <a:latin typeface="Arial"/>
                          <a:cs typeface="Arial"/>
                        </a:rPr>
                        <a:t>0</a:t>
                      </a:r>
                      <a:r>
                        <a:rPr sz="2600" spc="-10" dirty="0">
                          <a:solidFill>
                            <a:srgbClr val="003366"/>
                          </a:solidFill>
                          <a:latin typeface="Arial"/>
                          <a:cs typeface="Arial"/>
                        </a:rPr>
                        <a:t>0000001</a:t>
                      </a:r>
                      <a:endParaRPr sz="26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13664">
                        <a:lnSpc>
                          <a:spcPts val="2655"/>
                        </a:lnSpc>
                      </a:pPr>
                      <a:r>
                        <a:rPr sz="2600" spc="-30" dirty="0">
                          <a:solidFill>
                            <a:srgbClr val="003366"/>
                          </a:solidFill>
                          <a:latin typeface="Arial"/>
                          <a:cs typeface="Arial"/>
                        </a:rPr>
                        <a:t>00001011</a:t>
                      </a:r>
                      <a:endParaRPr sz="26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5575">
                        <a:lnSpc>
                          <a:spcPts val="2655"/>
                        </a:lnSpc>
                      </a:pPr>
                      <a:r>
                        <a:rPr sz="2600" spc="-30" dirty="0">
                          <a:solidFill>
                            <a:srgbClr val="003366"/>
                          </a:solidFill>
                          <a:latin typeface="Arial"/>
                          <a:cs typeface="Arial"/>
                        </a:rPr>
                        <a:t>00001011</a:t>
                      </a:r>
                      <a:r>
                        <a:rPr sz="2600" spc="-10" dirty="0">
                          <a:solidFill>
                            <a:srgbClr val="00336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600" spc="-120" dirty="0">
                          <a:solidFill>
                            <a:srgbClr val="003366"/>
                          </a:solidFill>
                          <a:latin typeface="Arial"/>
                          <a:cs typeface="Arial"/>
                        </a:rPr>
                        <a:t>11101111</a:t>
                      </a:r>
                      <a:endParaRPr sz="26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885">
                <a:tc>
                  <a:txBody>
                    <a:bodyPr/>
                    <a:lstStyle/>
                    <a:p>
                      <a:pPr marL="31750">
                        <a:lnSpc>
                          <a:spcPts val="2685"/>
                        </a:lnSpc>
                      </a:pPr>
                      <a:r>
                        <a:rPr sz="2600" spc="-30" dirty="0">
                          <a:solidFill>
                            <a:srgbClr val="003366"/>
                          </a:solidFill>
                          <a:latin typeface="Arial"/>
                          <a:cs typeface="Arial"/>
                        </a:rPr>
                        <a:t>11000001</a:t>
                      </a:r>
                      <a:endParaRPr sz="26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9690">
                        <a:lnSpc>
                          <a:spcPts val="2685"/>
                        </a:lnSpc>
                      </a:pPr>
                      <a:r>
                        <a:rPr sz="2600" spc="-30" dirty="0">
                          <a:solidFill>
                            <a:srgbClr val="003366"/>
                          </a:solidFill>
                          <a:latin typeface="Arial"/>
                          <a:cs typeface="Arial"/>
                        </a:rPr>
                        <a:t>00001011</a:t>
                      </a:r>
                      <a:endParaRPr sz="26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2870">
                        <a:lnSpc>
                          <a:spcPts val="2685"/>
                        </a:lnSpc>
                      </a:pPr>
                      <a:r>
                        <a:rPr sz="2600" spc="-30" dirty="0">
                          <a:solidFill>
                            <a:srgbClr val="003366"/>
                          </a:solidFill>
                          <a:latin typeface="Arial"/>
                          <a:cs typeface="Arial"/>
                        </a:rPr>
                        <a:t>00001011</a:t>
                      </a:r>
                      <a:r>
                        <a:rPr sz="2600" spc="10" dirty="0">
                          <a:solidFill>
                            <a:srgbClr val="00336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600" spc="-120" dirty="0">
                          <a:solidFill>
                            <a:srgbClr val="003366"/>
                          </a:solidFill>
                          <a:latin typeface="Arial"/>
                          <a:cs typeface="Arial"/>
                        </a:rPr>
                        <a:t>11101111</a:t>
                      </a:r>
                      <a:endParaRPr sz="26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14" name="object 14"/>
          <p:cNvGrpSpPr/>
          <p:nvPr/>
        </p:nvGrpSpPr>
        <p:grpSpPr>
          <a:xfrm>
            <a:off x="1856264" y="5148738"/>
            <a:ext cx="7734491" cy="2277110"/>
            <a:chOff x="1687512" y="4576762"/>
            <a:chExt cx="7031355" cy="2070100"/>
          </a:xfrm>
        </p:grpSpPr>
        <p:sp>
          <p:nvSpPr>
            <p:cNvPr id="15" name="object 15"/>
            <p:cNvSpPr/>
            <p:nvPr/>
          </p:nvSpPr>
          <p:spPr>
            <a:xfrm>
              <a:off x="1821053" y="4581525"/>
              <a:ext cx="6892925" cy="2060575"/>
            </a:xfrm>
            <a:custGeom>
              <a:avLst/>
              <a:gdLst/>
              <a:ahLst/>
              <a:cxnLst/>
              <a:rect l="l" t="t" r="r" b="b"/>
              <a:pathLst>
                <a:path w="6892925" h="2060575">
                  <a:moveTo>
                    <a:pt x="6763893" y="0"/>
                  </a:moveTo>
                  <a:lnTo>
                    <a:pt x="257556" y="0"/>
                  </a:lnTo>
                  <a:lnTo>
                    <a:pt x="207430" y="10120"/>
                  </a:lnTo>
                  <a:lnTo>
                    <a:pt x="166497" y="37718"/>
                  </a:lnTo>
                  <a:lnTo>
                    <a:pt x="138898" y="78652"/>
                  </a:lnTo>
                  <a:lnTo>
                    <a:pt x="128778" y="128777"/>
                  </a:lnTo>
                  <a:lnTo>
                    <a:pt x="128778" y="1803006"/>
                  </a:lnTo>
                  <a:lnTo>
                    <a:pt x="0" y="1803006"/>
                  </a:lnTo>
                  <a:lnTo>
                    <a:pt x="25062" y="1808066"/>
                  </a:lnTo>
                  <a:lnTo>
                    <a:pt x="45529" y="1821865"/>
                  </a:lnTo>
                  <a:lnTo>
                    <a:pt x="59328" y="1842332"/>
                  </a:lnTo>
                  <a:lnTo>
                    <a:pt x="64389" y="1867395"/>
                  </a:lnTo>
                  <a:lnTo>
                    <a:pt x="59328" y="1892457"/>
                  </a:lnTo>
                  <a:lnTo>
                    <a:pt x="45529" y="1912924"/>
                  </a:lnTo>
                  <a:lnTo>
                    <a:pt x="25062" y="1926724"/>
                  </a:lnTo>
                  <a:lnTo>
                    <a:pt x="0" y="1931784"/>
                  </a:lnTo>
                  <a:lnTo>
                    <a:pt x="128778" y="1931784"/>
                  </a:lnTo>
                  <a:lnTo>
                    <a:pt x="118657" y="1981916"/>
                  </a:lnTo>
                  <a:lnTo>
                    <a:pt x="91059" y="2022854"/>
                  </a:lnTo>
                  <a:lnTo>
                    <a:pt x="50125" y="2050454"/>
                  </a:lnTo>
                  <a:lnTo>
                    <a:pt x="0" y="2060575"/>
                  </a:lnTo>
                  <a:lnTo>
                    <a:pt x="6506337" y="2060575"/>
                  </a:lnTo>
                  <a:lnTo>
                    <a:pt x="6556462" y="2050454"/>
                  </a:lnTo>
                  <a:lnTo>
                    <a:pt x="6597396" y="2022854"/>
                  </a:lnTo>
                  <a:lnTo>
                    <a:pt x="6624994" y="1981916"/>
                  </a:lnTo>
                  <a:lnTo>
                    <a:pt x="6635115" y="1931784"/>
                  </a:lnTo>
                  <a:lnTo>
                    <a:pt x="6635115" y="257556"/>
                  </a:lnTo>
                  <a:lnTo>
                    <a:pt x="257556" y="257556"/>
                  </a:lnTo>
                  <a:lnTo>
                    <a:pt x="232493" y="252495"/>
                  </a:lnTo>
                  <a:lnTo>
                    <a:pt x="212026" y="238696"/>
                  </a:lnTo>
                  <a:lnTo>
                    <a:pt x="198227" y="218229"/>
                  </a:lnTo>
                  <a:lnTo>
                    <a:pt x="193167" y="193167"/>
                  </a:lnTo>
                  <a:lnTo>
                    <a:pt x="198227" y="168104"/>
                  </a:lnTo>
                  <a:lnTo>
                    <a:pt x="212026" y="147637"/>
                  </a:lnTo>
                  <a:lnTo>
                    <a:pt x="232493" y="133838"/>
                  </a:lnTo>
                  <a:lnTo>
                    <a:pt x="257556" y="128777"/>
                  </a:lnTo>
                  <a:lnTo>
                    <a:pt x="6892798" y="128777"/>
                  </a:lnTo>
                  <a:lnTo>
                    <a:pt x="6882657" y="78652"/>
                  </a:lnTo>
                  <a:lnTo>
                    <a:pt x="6855015" y="37718"/>
                  </a:lnTo>
                  <a:lnTo>
                    <a:pt x="6814038" y="10120"/>
                  </a:lnTo>
                  <a:lnTo>
                    <a:pt x="6763893" y="0"/>
                  </a:lnTo>
                  <a:close/>
                </a:path>
                <a:path w="6892925" h="2060575">
                  <a:moveTo>
                    <a:pt x="6892798" y="128777"/>
                  </a:moveTo>
                  <a:lnTo>
                    <a:pt x="386334" y="128777"/>
                  </a:lnTo>
                  <a:lnTo>
                    <a:pt x="376213" y="178903"/>
                  </a:lnTo>
                  <a:lnTo>
                    <a:pt x="348615" y="219837"/>
                  </a:lnTo>
                  <a:lnTo>
                    <a:pt x="307681" y="247435"/>
                  </a:lnTo>
                  <a:lnTo>
                    <a:pt x="257556" y="257556"/>
                  </a:lnTo>
                  <a:lnTo>
                    <a:pt x="6763893" y="257556"/>
                  </a:lnTo>
                  <a:lnTo>
                    <a:pt x="6814038" y="247435"/>
                  </a:lnTo>
                  <a:lnTo>
                    <a:pt x="6855015" y="219837"/>
                  </a:lnTo>
                  <a:lnTo>
                    <a:pt x="6882657" y="178903"/>
                  </a:lnTo>
                  <a:lnTo>
                    <a:pt x="6892798" y="128777"/>
                  </a:lnTo>
                  <a:close/>
                </a:path>
              </a:pathLst>
            </a:custGeom>
            <a:solidFill>
              <a:srgbClr val="66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692275" y="4710303"/>
              <a:ext cx="515620" cy="1932305"/>
            </a:xfrm>
            <a:custGeom>
              <a:avLst/>
              <a:gdLst/>
              <a:ahLst/>
              <a:cxnLst/>
              <a:rect l="l" t="t" r="r" b="b"/>
              <a:pathLst>
                <a:path w="515619" h="1932304">
                  <a:moveTo>
                    <a:pt x="515112" y="0"/>
                  </a:moveTo>
                  <a:lnTo>
                    <a:pt x="386333" y="0"/>
                  </a:lnTo>
                  <a:lnTo>
                    <a:pt x="361271" y="5060"/>
                  </a:lnTo>
                  <a:lnTo>
                    <a:pt x="340804" y="18859"/>
                  </a:lnTo>
                  <a:lnTo>
                    <a:pt x="327005" y="39326"/>
                  </a:lnTo>
                  <a:lnTo>
                    <a:pt x="321944" y="64389"/>
                  </a:lnTo>
                  <a:lnTo>
                    <a:pt x="327005" y="89451"/>
                  </a:lnTo>
                  <a:lnTo>
                    <a:pt x="340804" y="109918"/>
                  </a:lnTo>
                  <a:lnTo>
                    <a:pt x="361271" y="123717"/>
                  </a:lnTo>
                  <a:lnTo>
                    <a:pt x="386333" y="128778"/>
                  </a:lnTo>
                  <a:lnTo>
                    <a:pt x="436459" y="118657"/>
                  </a:lnTo>
                  <a:lnTo>
                    <a:pt x="477393" y="91059"/>
                  </a:lnTo>
                  <a:lnTo>
                    <a:pt x="504991" y="50125"/>
                  </a:lnTo>
                  <a:lnTo>
                    <a:pt x="515112" y="0"/>
                  </a:lnTo>
                  <a:close/>
                </a:path>
                <a:path w="515619" h="1932304">
                  <a:moveTo>
                    <a:pt x="128777" y="1674228"/>
                  </a:moveTo>
                  <a:lnTo>
                    <a:pt x="78652" y="1684348"/>
                  </a:lnTo>
                  <a:lnTo>
                    <a:pt x="37718" y="1711947"/>
                  </a:lnTo>
                  <a:lnTo>
                    <a:pt x="10120" y="1752880"/>
                  </a:lnTo>
                  <a:lnTo>
                    <a:pt x="0" y="1803006"/>
                  </a:lnTo>
                  <a:lnTo>
                    <a:pt x="10120" y="1853138"/>
                  </a:lnTo>
                  <a:lnTo>
                    <a:pt x="37718" y="1894076"/>
                  </a:lnTo>
                  <a:lnTo>
                    <a:pt x="78652" y="1921676"/>
                  </a:lnTo>
                  <a:lnTo>
                    <a:pt x="128777" y="1931797"/>
                  </a:lnTo>
                  <a:lnTo>
                    <a:pt x="178903" y="1921676"/>
                  </a:lnTo>
                  <a:lnTo>
                    <a:pt x="219837" y="1894076"/>
                  </a:lnTo>
                  <a:lnTo>
                    <a:pt x="247435" y="1853138"/>
                  </a:lnTo>
                  <a:lnTo>
                    <a:pt x="257556" y="1803006"/>
                  </a:lnTo>
                  <a:lnTo>
                    <a:pt x="128777" y="1803006"/>
                  </a:lnTo>
                  <a:lnTo>
                    <a:pt x="153840" y="1797946"/>
                  </a:lnTo>
                  <a:lnTo>
                    <a:pt x="174307" y="1784146"/>
                  </a:lnTo>
                  <a:lnTo>
                    <a:pt x="188106" y="1763679"/>
                  </a:lnTo>
                  <a:lnTo>
                    <a:pt x="193167" y="1738617"/>
                  </a:lnTo>
                  <a:lnTo>
                    <a:pt x="188106" y="1713554"/>
                  </a:lnTo>
                  <a:lnTo>
                    <a:pt x="174307" y="1693087"/>
                  </a:lnTo>
                  <a:lnTo>
                    <a:pt x="153840" y="1679288"/>
                  </a:lnTo>
                  <a:lnTo>
                    <a:pt x="128777" y="1674228"/>
                  </a:lnTo>
                  <a:close/>
                </a:path>
              </a:pathLst>
            </a:custGeom>
            <a:solidFill>
              <a:srgbClr val="52A3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692275" y="4581525"/>
              <a:ext cx="7021830" cy="2060575"/>
            </a:xfrm>
            <a:custGeom>
              <a:avLst/>
              <a:gdLst/>
              <a:ahLst/>
              <a:cxnLst/>
              <a:rect l="l" t="t" r="r" b="b"/>
              <a:pathLst>
                <a:path w="7021830" h="2060575">
                  <a:moveTo>
                    <a:pt x="257556" y="1803006"/>
                  </a:moveTo>
                  <a:lnTo>
                    <a:pt x="257556" y="128777"/>
                  </a:lnTo>
                  <a:lnTo>
                    <a:pt x="267676" y="78652"/>
                  </a:lnTo>
                  <a:lnTo>
                    <a:pt x="295275" y="37718"/>
                  </a:lnTo>
                  <a:lnTo>
                    <a:pt x="336208" y="10120"/>
                  </a:lnTo>
                  <a:lnTo>
                    <a:pt x="386333" y="0"/>
                  </a:lnTo>
                  <a:lnTo>
                    <a:pt x="6892671" y="0"/>
                  </a:lnTo>
                  <a:lnTo>
                    <a:pt x="6942816" y="10120"/>
                  </a:lnTo>
                  <a:lnTo>
                    <a:pt x="6983793" y="37718"/>
                  </a:lnTo>
                  <a:lnTo>
                    <a:pt x="7011435" y="78652"/>
                  </a:lnTo>
                  <a:lnTo>
                    <a:pt x="7021576" y="128777"/>
                  </a:lnTo>
                  <a:lnTo>
                    <a:pt x="7011435" y="178903"/>
                  </a:lnTo>
                  <a:lnTo>
                    <a:pt x="6983793" y="219837"/>
                  </a:lnTo>
                  <a:lnTo>
                    <a:pt x="6942816" y="247435"/>
                  </a:lnTo>
                  <a:lnTo>
                    <a:pt x="6892671" y="257556"/>
                  </a:lnTo>
                  <a:lnTo>
                    <a:pt x="6763893" y="257556"/>
                  </a:lnTo>
                  <a:lnTo>
                    <a:pt x="6763893" y="1931784"/>
                  </a:lnTo>
                  <a:lnTo>
                    <a:pt x="6753772" y="1981916"/>
                  </a:lnTo>
                  <a:lnTo>
                    <a:pt x="6726174" y="2022854"/>
                  </a:lnTo>
                  <a:lnTo>
                    <a:pt x="6685240" y="2050454"/>
                  </a:lnTo>
                  <a:lnTo>
                    <a:pt x="6635115" y="2060575"/>
                  </a:lnTo>
                  <a:lnTo>
                    <a:pt x="128777" y="2060575"/>
                  </a:lnTo>
                  <a:lnTo>
                    <a:pt x="78652" y="2050454"/>
                  </a:lnTo>
                  <a:lnTo>
                    <a:pt x="37718" y="2022854"/>
                  </a:lnTo>
                  <a:lnTo>
                    <a:pt x="10120" y="1981916"/>
                  </a:lnTo>
                  <a:lnTo>
                    <a:pt x="0" y="1931784"/>
                  </a:lnTo>
                  <a:lnTo>
                    <a:pt x="10120" y="1881658"/>
                  </a:lnTo>
                  <a:lnTo>
                    <a:pt x="37718" y="1840725"/>
                  </a:lnTo>
                  <a:lnTo>
                    <a:pt x="78652" y="1813126"/>
                  </a:lnTo>
                  <a:lnTo>
                    <a:pt x="128777" y="1803006"/>
                  </a:lnTo>
                  <a:lnTo>
                    <a:pt x="257556" y="1803006"/>
                  </a:lnTo>
                  <a:close/>
                </a:path>
                <a:path w="7021830" h="2060575">
                  <a:moveTo>
                    <a:pt x="386333" y="0"/>
                  </a:moveTo>
                  <a:lnTo>
                    <a:pt x="436459" y="10120"/>
                  </a:lnTo>
                  <a:lnTo>
                    <a:pt x="477393" y="37718"/>
                  </a:lnTo>
                  <a:lnTo>
                    <a:pt x="504991" y="78652"/>
                  </a:lnTo>
                  <a:lnTo>
                    <a:pt x="515112" y="128777"/>
                  </a:lnTo>
                  <a:lnTo>
                    <a:pt x="504991" y="178903"/>
                  </a:lnTo>
                  <a:lnTo>
                    <a:pt x="477393" y="219837"/>
                  </a:lnTo>
                  <a:lnTo>
                    <a:pt x="436459" y="247435"/>
                  </a:lnTo>
                  <a:lnTo>
                    <a:pt x="386333" y="257556"/>
                  </a:lnTo>
                  <a:lnTo>
                    <a:pt x="361271" y="252495"/>
                  </a:lnTo>
                  <a:lnTo>
                    <a:pt x="340804" y="238696"/>
                  </a:lnTo>
                  <a:lnTo>
                    <a:pt x="327005" y="218229"/>
                  </a:lnTo>
                  <a:lnTo>
                    <a:pt x="321944" y="193167"/>
                  </a:lnTo>
                  <a:lnTo>
                    <a:pt x="327005" y="168104"/>
                  </a:lnTo>
                  <a:lnTo>
                    <a:pt x="340804" y="147637"/>
                  </a:lnTo>
                  <a:lnTo>
                    <a:pt x="361271" y="133838"/>
                  </a:lnTo>
                  <a:lnTo>
                    <a:pt x="386333" y="128777"/>
                  </a:lnTo>
                  <a:lnTo>
                    <a:pt x="515112" y="128777"/>
                  </a:lnTo>
                </a:path>
                <a:path w="7021830" h="2060575">
                  <a:moveTo>
                    <a:pt x="6763893" y="257556"/>
                  </a:moveTo>
                  <a:lnTo>
                    <a:pt x="386333" y="257556"/>
                  </a:lnTo>
                </a:path>
              </a:pathLst>
            </a:custGeom>
            <a:ln w="9525">
              <a:solidFill>
                <a:srgbClr val="0033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816290" y="6379768"/>
              <a:ext cx="138303" cy="138303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821053" y="6384531"/>
              <a:ext cx="128905" cy="257810"/>
            </a:xfrm>
            <a:custGeom>
              <a:avLst/>
              <a:gdLst/>
              <a:ahLst/>
              <a:cxnLst/>
              <a:rect l="l" t="t" r="r" b="b"/>
              <a:pathLst>
                <a:path w="128905" h="257809">
                  <a:moveTo>
                    <a:pt x="0" y="257568"/>
                  </a:moveTo>
                  <a:lnTo>
                    <a:pt x="50125" y="247448"/>
                  </a:lnTo>
                  <a:lnTo>
                    <a:pt x="91059" y="219848"/>
                  </a:lnTo>
                  <a:lnTo>
                    <a:pt x="118657" y="178910"/>
                  </a:lnTo>
                  <a:lnTo>
                    <a:pt x="128778" y="128778"/>
                  </a:lnTo>
                  <a:lnTo>
                    <a:pt x="128778" y="0"/>
                  </a:lnTo>
                </a:path>
              </a:pathLst>
            </a:custGeom>
            <a:ln w="9525">
              <a:solidFill>
                <a:srgbClr val="0033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2426030" y="5566092"/>
            <a:ext cx="6588252" cy="1571456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79515" indent="-175324">
              <a:spcBef>
                <a:spcPts val="110"/>
              </a:spcBef>
              <a:buSzPct val="95833"/>
              <a:buFont typeface="Arial"/>
              <a:buChar char="•"/>
              <a:tabLst>
                <a:tab pos="180213" algn="l"/>
                <a:tab pos="1802829" algn="l"/>
                <a:tab pos="3549777" algn="l"/>
              </a:tabLst>
            </a:pPr>
            <a:r>
              <a:rPr sz="2640" b="1" spc="-6" dirty="0">
                <a:solidFill>
                  <a:srgbClr val="003366"/>
                </a:solidFill>
                <a:latin typeface="Arial"/>
                <a:cs typeface="Arial"/>
              </a:rPr>
              <a:t>0</a:t>
            </a:r>
            <a:r>
              <a:rPr sz="2640" spc="-6" dirty="0">
                <a:solidFill>
                  <a:srgbClr val="003366"/>
                </a:solidFill>
                <a:latin typeface="Arial"/>
                <a:cs typeface="Arial"/>
              </a:rPr>
              <a:t>0000001	</a:t>
            </a:r>
            <a:r>
              <a:rPr sz="2640" spc="-33" dirty="0">
                <a:solidFill>
                  <a:srgbClr val="003366"/>
                </a:solidFill>
                <a:latin typeface="Arial"/>
                <a:cs typeface="Arial"/>
              </a:rPr>
              <a:t>00001011	00001011</a:t>
            </a:r>
            <a:r>
              <a:rPr sz="2640" spc="11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640" spc="-132" dirty="0">
                <a:solidFill>
                  <a:srgbClr val="003366"/>
                </a:solidFill>
                <a:latin typeface="Arial"/>
                <a:cs typeface="Arial"/>
              </a:rPr>
              <a:t>11101111</a:t>
            </a:r>
            <a:endParaRPr sz="2640">
              <a:latin typeface="Arial"/>
              <a:cs typeface="Arial"/>
            </a:endParaRPr>
          </a:p>
          <a:p>
            <a:pPr marL="8382" algn="ctr"/>
            <a:r>
              <a:rPr sz="2640" spc="-6" dirty="0">
                <a:solidFill>
                  <a:srgbClr val="003366"/>
                </a:solidFill>
                <a:latin typeface="Arial"/>
                <a:cs typeface="Arial"/>
              </a:rPr>
              <a:t>1</a:t>
            </a:r>
            <a:r>
              <a:rPr sz="2640" spc="-8" baseline="24305" dirty="0">
                <a:solidFill>
                  <a:srgbClr val="003366"/>
                </a:solidFill>
                <a:latin typeface="Arial"/>
                <a:cs typeface="Arial"/>
              </a:rPr>
              <a:t>st </a:t>
            </a:r>
            <a:r>
              <a:rPr sz="2640" spc="-6" dirty="0">
                <a:solidFill>
                  <a:srgbClr val="003366"/>
                </a:solidFill>
                <a:latin typeface="Arial"/>
                <a:cs typeface="Arial"/>
              </a:rPr>
              <a:t>is </a:t>
            </a:r>
            <a:r>
              <a:rPr sz="2640" dirty="0">
                <a:solidFill>
                  <a:srgbClr val="003366"/>
                </a:solidFill>
                <a:latin typeface="Arial"/>
                <a:cs typeface="Arial"/>
              </a:rPr>
              <a:t>0, </a:t>
            </a:r>
            <a:r>
              <a:rPr sz="2640" spc="-6" dirty="0">
                <a:solidFill>
                  <a:srgbClr val="003366"/>
                </a:solidFill>
                <a:latin typeface="Arial"/>
                <a:cs typeface="Arial"/>
              </a:rPr>
              <a:t>hence </a:t>
            </a:r>
            <a:r>
              <a:rPr sz="2640" dirty="0">
                <a:solidFill>
                  <a:srgbClr val="003366"/>
                </a:solidFill>
                <a:latin typeface="Arial"/>
                <a:cs typeface="Arial"/>
              </a:rPr>
              <a:t>it </a:t>
            </a:r>
            <a:r>
              <a:rPr sz="2640" spc="-6" dirty="0">
                <a:solidFill>
                  <a:srgbClr val="003366"/>
                </a:solidFill>
                <a:latin typeface="Arial"/>
                <a:cs typeface="Arial"/>
              </a:rPr>
              <a:t>is Class</a:t>
            </a:r>
            <a:r>
              <a:rPr sz="2640" spc="-363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640" dirty="0">
                <a:solidFill>
                  <a:srgbClr val="003366"/>
                </a:solidFill>
                <a:latin typeface="Arial"/>
                <a:cs typeface="Arial"/>
              </a:rPr>
              <a:t>A</a:t>
            </a:r>
            <a:endParaRPr sz="2640">
              <a:latin typeface="Arial"/>
              <a:cs typeface="Arial"/>
            </a:endParaRPr>
          </a:p>
          <a:p>
            <a:pPr marL="192786" indent="-185103">
              <a:buSzPct val="95833"/>
              <a:buChar char="•"/>
              <a:tabLst>
                <a:tab pos="193485" algn="l"/>
                <a:tab pos="1780477" algn="l"/>
                <a:tab pos="3529521" algn="l"/>
              </a:tabLst>
            </a:pPr>
            <a:r>
              <a:rPr sz="2640" spc="-33" dirty="0">
                <a:solidFill>
                  <a:srgbClr val="003366"/>
                </a:solidFill>
                <a:latin typeface="Arial"/>
                <a:cs typeface="Arial"/>
              </a:rPr>
              <a:t>11000001	00001011	00001011</a:t>
            </a:r>
            <a:r>
              <a:rPr sz="2640" spc="11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640" spc="-132" dirty="0">
                <a:solidFill>
                  <a:srgbClr val="003366"/>
                </a:solidFill>
                <a:latin typeface="Arial"/>
                <a:cs typeface="Arial"/>
              </a:rPr>
              <a:t>11101111</a:t>
            </a:r>
            <a:endParaRPr sz="2640">
              <a:latin typeface="Arial"/>
              <a:cs typeface="Arial"/>
            </a:endParaRPr>
          </a:p>
          <a:p>
            <a:pPr marR="61468" algn="ctr">
              <a:spcBef>
                <a:spcPts val="6"/>
              </a:spcBef>
            </a:pPr>
            <a:r>
              <a:rPr sz="2200" spc="11" dirty="0">
                <a:solidFill>
                  <a:srgbClr val="003366"/>
                </a:solidFill>
                <a:latin typeface="Arial"/>
                <a:cs typeface="Arial"/>
              </a:rPr>
              <a:t>1</a:t>
            </a:r>
            <a:r>
              <a:rPr sz="2145" spc="17" baseline="25641" dirty="0">
                <a:solidFill>
                  <a:srgbClr val="003366"/>
                </a:solidFill>
                <a:latin typeface="Arial"/>
                <a:cs typeface="Arial"/>
              </a:rPr>
              <a:t>st </a:t>
            </a:r>
            <a:r>
              <a:rPr sz="2200" dirty="0">
                <a:solidFill>
                  <a:srgbClr val="003366"/>
                </a:solidFill>
                <a:latin typeface="Arial"/>
                <a:cs typeface="Arial"/>
              </a:rPr>
              <a:t>and </a:t>
            </a:r>
            <a:r>
              <a:rPr sz="2200" spc="11" dirty="0">
                <a:solidFill>
                  <a:srgbClr val="003366"/>
                </a:solidFill>
                <a:latin typeface="Arial"/>
                <a:cs typeface="Arial"/>
              </a:rPr>
              <a:t>2</a:t>
            </a:r>
            <a:r>
              <a:rPr sz="2145" spc="17" baseline="25641" dirty="0">
                <a:solidFill>
                  <a:srgbClr val="003366"/>
                </a:solidFill>
                <a:latin typeface="Arial"/>
                <a:cs typeface="Arial"/>
              </a:rPr>
              <a:t>nd </a:t>
            </a:r>
            <a:r>
              <a:rPr sz="2200" dirty="0">
                <a:solidFill>
                  <a:srgbClr val="003366"/>
                </a:solidFill>
                <a:latin typeface="Arial"/>
                <a:cs typeface="Arial"/>
              </a:rPr>
              <a:t>bits are 1, and </a:t>
            </a:r>
            <a:r>
              <a:rPr sz="2200" spc="11" dirty="0">
                <a:solidFill>
                  <a:srgbClr val="003366"/>
                </a:solidFill>
                <a:latin typeface="Arial"/>
                <a:cs typeface="Arial"/>
              </a:rPr>
              <a:t>3</a:t>
            </a:r>
            <a:r>
              <a:rPr sz="2145" spc="17" baseline="25641" dirty="0">
                <a:solidFill>
                  <a:srgbClr val="003366"/>
                </a:solidFill>
                <a:latin typeface="Arial"/>
                <a:cs typeface="Arial"/>
              </a:rPr>
              <a:t>rd </a:t>
            </a:r>
            <a:r>
              <a:rPr sz="2200" dirty="0">
                <a:solidFill>
                  <a:srgbClr val="003366"/>
                </a:solidFill>
                <a:latin typeface="Arial"/>
                <a:cs typeface="Arial"/>
              </a:rPr>
              <a:t>bit is 0 hence, Class</a:t>
            </a:r>
            <a:r>
              <a:rPr sz="2200" spc="-38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003366"/>
                </a:solidFill>
                <a:latin typeface="Arial"/>
                <a:cs typeface="Arial"/>
              </a:rPr>
              <a:t>C</a:t>
            </a:r>
            <a:endParaRPr sz="2200">
              <a:latin typeface="Arial"/>
              <a:cs typeface="Arial"/>
            </a:endParaRP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9A814A56-DD80-0D43-900F-035E0BDF3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38054" y="3372754"/>
            <a:ext cx="7788312" cy="297216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52066" y="1456780"/>
            <a:ext cx="7020624" cy="556499"/>
          </a:xfrm>
          <a:prstGeom prst="rect">
            <a:avLst/>
          </a:prstGeom>
        </p:spPr>
        <p:txBody>
          <a:bodyPr vert="horz" wrap="square" lIns="0" tIns="14669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3970">
              <a:spcBef>
                <a:spcPts val="116"/>
              </a:spcBef>
            </a:pPr>
            <a:r>
              <a:rPr sz="3520" b="1" spc="-6" dirty="0">
                <a:latin typeface="Times New Roman"/>
                <a:cs typeface="Times New Roman"/>
              </a:rPr>
              <a:t>Finding </a:t>
            </a:r>
            <a:r>
              <a:rPr sz="3520" b="1" dirty="0">
                <a:latin typeface="Times New Roman"/>
                <a:cs typeface="Times New Roman"/>
              </a:rPr>
              <a:t>the class in decimal</a:t>
            </a:r>
            <a:r>
              <a:rPr sz="3520" b="1" spc="-83" dirty="0">
                <a:latin typeface="Times New Roman"/>
                <a:cs typeface="Times New Roman"/>
              </a:rPr>
              <a:t> </a:t>
            </a:r>
            <a:r>
              <a:rPr sz="3520" b="1" dirty="0">
                <a:latin typeface="Times New Roman"/>
                <a:cs typeface="Times New Roman"/>
              </a:rPr>
              <a:t>notation</a:t>
            </a:r>
            <a:endParaRPr sz="3520">
              <a:latin typeface="Times New Roman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A89806-83F8-2341-BCC1-839802A7A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0269B-3FF7-874D-8ED1-2D9E2506D078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760975" y="897180"/>
            <a:ext cx="1924507" cy="74767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870361" y="955992"/>
            <a:ext cx="1723898" cy="445058"/>
          </a:xfrm>
          <a:prstGeom prst="rect">
            <a:avLst/>
          </a:prstGeom>
          <a:ln w="38100">
            <a:solidFill>
              <a:srgbClr val="FF3300"/>
            </a:solidFill>
          </a:ln>
        </p:spPr>
        <p:txBody>
          <a:bodyPr vert="horz" wrap="square" lIns="0" tIns="38418" rIns="0" bIns="0" rtlCol="0">
            <a:spAutoFit/>
          </a:bodyPr>
          <a:lstStyle/>
          <a:p>
            <a:pPr marL="101283">
              <a:spcBef>
                <a:spcPts val="303"/>
              </a:spcBef>
            </a:pPr>
            <a:r>
              <a:rPr sz="2640" b="1" i="1" dirty="0">
                <a:solidFill>
                  <a:srgbClr val="003366"/>
                </a:solidFill>
                <a:latin typeface="Times New Roman"/>
                <a:cs typeface="Times New Roman"/>
              </a:rPr>
              <a:t>Example</a:t>
            </a:r>
            <a:r>
              <a:rPr sz="2640" b="1" i="1" spc="-66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640" b="1" i="1" dirty="0">
                <a:solidFill>
                  <a:srgbClr val="003366"/>
                </a:solidFill>
                <a:latin typeface="Times New Roman"/>
                <a:cs typeface="Times New Roman"/>
              </a:rPr>
              <a:t>7</a:t>
            </a:r>
            <a:endParaRPr sz="264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219499" y="4191304"/>
            <a:ext cx="2152497" cy="98907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395381" y="4282599"/>
            <a:ext cx="1807718" cy="579069"/>
          </a:xfrm>
          <a:prstGeom prst="rect">
            <a:avLst/>
          </a:prstGeom>
          <a:ln w="38100">
            <a:solidFill>
              <a:srgbClr val="FF3300"/>
            </a:solidFill>
          </a:ln>
        </p:spPr>
        <p:txBody>
          <a:bodyPr vert="horz" wrap="square" lIns="0" tIns="37021" rIns="0" bIns="0" rtlCol="0">
            <a:spAutoFit/>
          </a:bodyPr>
          <a:lstStyle/>
          <a:p>
            <a:pPr marL="101283">
              <a:spcBef>
                <a:spcPts val="292"/>
              </a:spcBef>
            </a:pPr>
            <a:r>
              <a:rPr sz="3520" b="1" i="1" dirty="0">
                <a:solidFill>
                  <a:srgbClr val="003366"/>
                </a:solidFill>
                <a:latin typeface="Times New Roman"/>
                <a:cs typeface="Times New Roman"/>
              </a:rPr>
              <a:t>Solution</a:t>
            </a:r>
            <a:endParaRPr sz="3520">
              <a:latin typeface="Times New Roman"/>
              <a:cs typeface="Times New Roman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856264" y="1752265"/>
            <a:ext cx="7734491" cy="2277110"/>
            <a:chOff x="1687512" y="1479613"/>
            <a:chExt cx="7031355" cy="2070100"/>
          </a:xfrm>
        </p:grpSpPr>
        <p:sp>
          <p:nvSpPr>
            <p:cNvPr id="7" name="object 7"/>
            <p:cNvSpPr/>
            <p:nvPr/>
          </p:nvSpPr>
          <p:spPr>
            <a:xfrm>
              <a:off x="1821053" y="1484375"/>
              <a:ext cx="6892925" cy="2060575"/>
            </a:xfrm>
            <a:custGeom>
              <a:avLst/>
              <a:gdLst/>
              <a:ahLst/>
              <a:cxnLst/>
              <a:rect l="l" t="t" r="r" b="b"/>
              <a:pathLst>
                <a:path w="6892925" h="2060575">
                  <a:moveTo>
                    <a:pt x="6763893" y="0"/>
                  </a:moveTo>
                  <a:lnTo>
                    <a:pt x="257556" y="0"/>
                  </a:lnTo>
                  <a:lnTo>
                    <a:pt x="207430" y="10120"/>
                  </a:lnTo>
                  <a:lnTo>
                    <a:pt x="166497" y="37719"/>
                  </a:lnTo>
                  <a:lnTo>
                    <a:pt x="138898" y="78652"/>
                  </a:lnTo>
                  <a:lnTo>
                    <a:pt x="128778" y="128777"/>
                  </a:lnTo>
                  <a:lnTo>
                    <a:pt x="128778" y="1802891"/>
                  </a:lnTo>
                  <a:lnTo>
                    <a:pt x="0" y="1802891"/>
                  </a:lnTo>
                  <a:lnTo>
                    <a:pt x="25062" y="1807952"/>
                  </a:lnTo>
                  <a:lnTo>
                    <a:pt x="45529" y="1821751"/>
                  </a:lnTo>
                  <a:lnTo>
                    <a:pt x="59328" y="1842218"/>
                  </a:lnTo>
                  <a:lnTo>
                    <a:pt x="64389" y="1867281"/>
                  </a:lnTo>
                  <a:lnTo>
                    <a:pt x="59328" y="1892343"/>
                  </a:lnTo>
                  <a:lnTo>
                    <a:pt x="45529" y="1912810"/>
                  </a:lnTo>
                  <a:lnTo>
                    <a:pt x="25062" y="1926609"/>
                  </a:lnTo>
                  <a:lnTo>
                    <a:pt x="0" y="1931670"/>
                  </a:lnTo>
                  <a:lnTo>
                    <a:pt x="128778" y="1931670"/>
                  </a:lnTo>
                  <a:lnTo>
                    <a:pt x="118657" y="1981815"/>
                  </a:lnTo>
                  <a:lnTo>
                    <a:pt x="91059" y="2022792"/>
                  </a:lnTo>
                  <a:lnTo>
                    <a:pt x="50125" y="2050434"/>
                  </a:lnTo>
                  <a:lnTo>
                    <a:pt x="0" y="2060575"/>
                  </a:lnTo>
                  <a:lnTo>
                    <a:pt x="6506337" y="2060575"/>
                  </a:lnTo>
                  <a:lnTo>
                    <a:pt x="6556462" y="2050434"/>
                  </a:lnTo>
                  <a:lnTo>
                    <a:pt x="6597395" y="2022792"/>
                  </a:lnTo>
                  <a:lnTo>
                    <a:pt x="6624994" y="1981815"/>
                  </a:lnTo>
                  <a:lnTo>
                    <a:pt x="6635115" y="1931670"/>
                  </a:lnTo>
                  <a:lnTo>
                    <a:pt x="6635115" y="257556"/>
                  </a:lnTo>
                  <a:lnTo>
                    <a:pt x="257556" y="257556"/>
                  </a:lnTo>
                  <a:lnTo>
                    <a:pt x="232493" y="252495"/>
                  </a:lnTo>
                  <a:lnTo>
                    <a:pt x="212026" y="238696"/>
                  </a:lnTo>
                  <a:lnTo>
                    <a:pt x="198227" y="218229"/>
                  </a:lnTo>
                  <a:lnTo>
                    <a:pt x="193167" y="193166"/>
                  </a:lnTo>
                  <a:lnTo>
                    <a:pt x="198227" y="168104"/>
                  </a:lnTo>
                  <a:lnTo>
                    <a:pt x="212026" y="147637"/>
                  </a:lnTo>
                  <a:lnTo>
                    <a:pt x="232493" y="133838"/>
                  </a:lnTo>
                  <a:lnTo>
                    <a:pt x="257556" y="128777"/>
                  </a:lnTo>
                  <a:lnTo>
                    <a:pt x="6892798" y="128777"/>
                  </a:lnTo>
                  <a:lnTo>
                    <a:pt x="6882657" y="78652"/>
                  </a:lnTo>
                  <a:lnTo>
                    <a:pt x="6855015" y="37719"/>
                  </a:lnTo>
                  <a:lnTo>
                    <a:pt x="6814038" y="10120"/>
                  </a:lnTo>
                  <a:lnTo>
                    <a:pt x="6763893" y="0"/>
                  </a:lnTo>
                  <a:close/>
                </a:path>
                <a:path w="6892925" h="2060575">
                  <a:moveTo>
                    <a:pt x="6892798" y="128777"/>
                  </a:moveTo>
                  <a:lnTo>
                    <a:pt x="386334" y="128777"/>
                  </a:lnTo>
                  <a:lnTo>
                    <a:pt x="376213" y="178903"/>
                  </a:lnTo>
                  <a:lnTo>
                    <a:pt x="348615" y="219837"/>
                  </a:lnTo>
                  <a:lnTo>
                    <a:pt x="307681" y="247435"/>
                  </a:lnTo>
                  <a:lnTo>
                    <a:pt x="257556" y="257556"/>
                  </a:lnTo>
                  <a:lnTo>
                    <a:pt x="6763893" y="257556"/>
                  </a:lnTo>
                  <a:lnTo>
                    <a:pt x="6814038" y="247435"/>
                  </a:lnTo>
                  <a:lnTo>
                    <a:pt x="6855015" y="219837"/>
                  </a:lnTo>
                  <a:lnTo>
                    <a:pt x="6882657" y="178903"/>
                  </a:lnTo>
                  <a:lnTo>
                    <a:pt x="6892798" y="128777"/>
                  </a:lnTo>
                  <a:close/>
                </a:path>
              </a:pathLst>
            </a:custGeom>
            <a:solidFill>
              <a:srgbClr val="66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692275" y="1613153"/>
              <a:ext cx="515620" cy="1932305"/>
            </a:xfrm>
            <a:custGeom>
              <a:avLst/>
              <a:gdLst/>
              <a:ahLst/>
              <a:cxnLst/>
              <a:rect l="l" t="t" r="r" b="b"/>
              <a:pathLst>
                <a:path w="515619" h="1932304">
                  <a:moveTo>
                    <a:pt x="515112" y="0"/>
                  </a:moveTo>
                  <a:lnTo>
                    <a:pt x="386333" y="0"/>
                  </a:lnTo>
                  <a:lnTo>
                    <a:pt x="361271" y="5060"/>
                  </a:lnTo>
                  <a:lnTo>
                    <a:pt x="340804" y="18859"/>
                  </a:lnTo>
                  <a:lnTo>
                    <a:pt x="327005" y="39326"/>
                  </a:lnTo>
                  <a:lnTo>
                    <a:pt x="321944" y="64388"/>
                  </a:lnTo>
                  <a:lnTo>
                    <a:pt x="327005" y="89451"/>
                  </a:lnTo>
                  <a:lnTo>
                    <a:pt x="340804" y="109918"/>
                  </a:lnTo>
                  <a:lnTo>
                    <a:pt x="361271" y="123717"/>
                  </a:lnTo>
                  <a:lnTo>
                    <a:pt x="386333" y="128778"/>
                  </a:lnTo>
                  <a:lnTo>
                    <a:pt x="436459" y="118657"/>
                  </a:lnTo>
                  <a:lnTo>
                    <a:pt x="477393" y="91059"/>
                  </a:lnTo>
                  <a:lnTo>
                    <a:pt x="504991" y="50125"/>
                  </a:lnTo>
                  <a:lnTo>
                    <a:pt x="515112" y="0"/>
                  </a:lnTo>
                  <a:close/>
                </a:path>
                <a:path w="515619" h="1932304">
                  <a:moveTo>
                    <a:pt x="128777" y="1674114"/>
                  </a:moveTo>
                  <a:lnTo>
                    <a:pt x="78652" y="1684234"/>
                  </a:lnTo>
                  <a:lnTo>
                    <a:pt x="37718" y="1711832"/>
                  </a:lnTo>
                  <a:lnTo>
                    <a:pt x="10120" y="1752766"/>
                  </a:lnTo>
                  <a:lnTo>
                    <a:pt x="0" y="1802892"/>
                  </a:lnTo>
                  <a:lnTo>
                    <a:pt x="10120" y="1853037"/>
                  </a:lnTo>
                  <a:lnTo>
                    <a:pt x="37718" y="1894014"/>
                  </a:lnTo>
                  <a:lnTo>
                    <a:pt x="78652" y="1921656"/>
                  </a:lnTo>
                  <a:lnTo>
                    <a:pt x="128777" y="1931797"/>
                  </a:lnTo>
                  <a:lnTo>
                    <a:pt x="178903" y="1921656"/>
                  </a:lnTo>
                  <a:lnTo>
                    <a:pt x="219836" y="1894014"/>
                  </a:lnTo>
                  <a:lnTo>
                    <a:pt x="247435" y="1853037"/>
                  </a:lnTo>
                  <a:lnTo>
                    <a:pt x="257556" y="1802892"/>
                  </a:lnTo>
                  <a:lnTo>
                    <a:pt x="128777" y="1802892"/>
                  </a:lnTo>
                  <a:lnTo>
                    <a:pt x="153840" y="1797831"/>
                  </a:lnTo>
                  <a:lnTo>
                    <a:pt x="174307" y="1784032"/>
                  </a:lnTo>
                  <a:lnTo>
                    <a:pt x="188106" y="1763565"/>
                  </a:lnTo>
                  <a:lnTo>
                    <a:pt x="193167" y="1738503"/>
                  </a:lnTo>
                  <a:lnTo>
                    <a:pt x="188106" y="1713440"/>
                  </a:lnTo>
                  <a:lnTo>
                    <a:pt x="174307" y="1692973"/>
                  </a:lnTo>
                  <a:lnTo>
                    <a:pt x="153840" y="1679174"/>
                  </a:lnTo>
                  <a:lnTo>
                    <a:pt x="128777" y="1674114"/>
                  </a:lnTo>
                  <a:close/>
                </a:path>
              </a:pathLst>
            </a:custGeom>
            <a:solidFill>
              <a:srgbClr val="52A3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692275" y="1484375"/>
              <a:ext cx="7021830" cy="2060575"/>
            </a:xfrm>
            <a:custGeom>
              <a:avLst/>
              <a:gdLst/>
              <a:ahLst/>
              <a:cxnLst/>
              <a:rect l="l" t="t" r="r" b="b"/>
              <a:pathLst>
                <a:path w="7021830" h="2060575">
                  <a:moveTo>
                    <a:pt x="257556" y="1802891"/>
                  </a:moveTo>
                  <a:lnTo>
                    <a:pt x="257556" y="128777"/>
                  </a:lnTo>
                  <a:lnTo>
                    <a:pt x="267676" y="78652"/>
                  </a:lnTo>
                  <a:lnTo>
                    <a:pt x="295275" y="37719"/>
                  </a:lnTo>
                  <a:lnTo>
                    <a:pt x="336208" y="10120"/>
                  </a:lnTo>
                  <a:lnTo>
                    <a:pt x="386333" y="0"/>
                  </a:lnTo>
                  <a:lnTo>
                    <a:pt x="6892671" y="0"/>
                  </a:lnTo>
                  <a:lnTo>
                    <a:pt x="6942816" y="10120"/>
                  </a:lnTo>
                  <a:lnTo>
                    <a:pt x="6983793" y="37719"/>
                  </a:lnTo>
                  <a:lnTo>
                    <a:pt x="7011435" y="78652"/>
                  </a:lnTo>
                  <a:lnTo>
                    <a:pt x="7021576" y="128777"/>
                  </a:lnTo>
                  <a:lnTo>
                    <a:pt x="7011435" y="178903"/>
                  </a:lnTo>
                  <a:lnTo>
                    <a:pt x="6983793" y="219837"/>
                  </a:lnTo>
                  <a:lnTo>
                    <a:pt x="6942816" y="247435"/>
                  </a:lnTo>
                  <a:lnTo>
                    <a:pt x="6892671" y="257556"/>
                  </a:lnTo>
                  <a:lnTo>
                    <a:pt x="6763893" y="257556"/>
                  </a:lnTo>
                  <a:lnTo>
                    <a:pt x="6763893" y="1931670"/>
                  </a:lnTo>
                  <a:lnTo>
                    <a:pt x="6753772" y="1981815"/>
                  </a:lnTo>
                  <a:lnTo>
                    <a:pt x="6726174" y="2022792"/>
                  </a:lnTo>
                  <a:lnTo>
                    <a:pt x="6685240" y="2050434"/>
                  </a:lnTo>
                  <a:lnTo>
                    <a:pt x="6635115" y="2060575"/>
                  </a:lnTo>
                  <a:lnTo>
                    <a:pt x="128777" y="2060575"/>
                  </a:lnTo>
                  <a:lnTo>
                    <a:pt x="78652" y="2050434"/>
                  </a:lnTo>
                  <a:lnTo>
                    <a:pt x="37718" y="2022792"/>
                  </a:lnTo>
                  <a:lnTo>
                    <a:pt x="10120" y="1981815"/>
                  </a:lnTo>
                  <a:lnTo>
                    <a:pt x="0" y="1931670"/>
                  </a:lnTo>
                  <a:lnTo>
                    <a:pt x="10120" y="1881544"/>
                  </a:lnTo>
                  <a:lnTo>
                    <a:pt x="37718" y="1840610"/>
                  </a:lnTo>
                  <a:lnTo>
                    <a:pt x="78652" y="1813012"/>
                  </a:lnTo>
                  <a:lnTo>
                    <a:pt x="128777" y="1802891"/>
                  </a:lnTo>
                  <a:lnTo>
                    <a:pt x="257556" y="1802891"/>
                  </a:lnTo>
                  <a:close/>
                </a:path>
                <a:path w="7021830" h="2060575">
                  <a:moveTo>
                    <a:pt x="386333" y="0"/>
                  </a:moveTo>
                  <a:lnTo>
                    <a:pt x="436459" y="10120"/>
                  </a:lnTo>
                  <a:lnTo>
                    <a:pt x="477393" y="37719"/>
                  </a:lnTo>
                  <a:lnTo>
                    <a:pt x="504991" y="78652"/>
                  </a:lnTo>
                  <a:lnTo>
                    <a:pt x="515112" y="128777"/>
                  </a:lnTo>
                  <a:lnTo>
                    <a:pt x="504991" y="178903"/>
                  </a:lnTo>
                  <a:lnTo>
                    <a:pt x="477393" y="219837"/>
                  </a:lnTo>
                  <a:lnTo>
                    <a:pt x="436459" y="247435"/>
                  </a:lnTo>
                  <a:lnTo>
                    <a:pt x="386333" y="257556"/>
                  </a:lnTo>
                  <a:lnTo>
                    <a:pt x="361271" y="252495"/>
                  </a:lnTo>
                  <a:lnTo>
                    <a:pt x="340804" y="238696"/>
                  </a:lnTo>
                  <a:lnTo>
                    <a:pt x="327005" y="218229"/>
                  </a:lnTo>
                  <a:lnTo>
                    <a:pt x="321944" y="193166"/>
                  </a:lnTo>
                  <a:lnTo>
                    <a:pt x="327005" y="168104"/>
                  </a:lnTo>
                  <a:lnTo>
                    <a:pt x="340804" y="147637"/>
                  </a:lnTo>
                  <a:lnTo>
                    <a:pt x="361271" y="133838"/>
                  </a:lnTo>
                  <a:lnTo>
                    <a:pt x="386333" y="128777"/>
                  </a:lnTo>
                  <a:lnTo>
                    <a:pt x="515112" y="128777"/>
                  </a:lnTo>
                </a:path>
                <a:path w="7021830" h="2060575">
                  <a:moveTo>
                    <a:pt x="6763893" y="257556"/>
                  </a:moveTo>
                  <a:lnTo>
                    <a:pt x="386333" y="257556"/>
                  </a:lnTo>
                </a:path>
              </a:pathLst>
            </a:custGeom>
            <a:ln w="9525">
              <a:solidFill>
                <a:srgbClr val="0033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816290" y="3282505"/>
              <a:ext cx="138303" cy="138303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821053" y="3287268"/>
              <a:ext cx="128905" cy="257810"/>
            </a:xfrm>
            <a:custGeom>
              <a:avLst/>
              <a:gdLst/>
              <a:ahLst/>
              <a:cxnLst/>
              <a:rect l="l" t="t" r="r" b="b"/>
              <a:pathLst>
                <a:path w="128905" h="257810">
                  <a:moveTo>
                    <a:pt x="0" y="257683"/>
                  </a:moveTo>
                  <a:lnTo>
                    <a:pt x="50125" y="247542"/>
                  </a:lnTo>
                  <a:lnTo>
                    <a:pt x="91059" y="219900"/>
                  </a:lnTo>
                  <a:lnTo>
                    <a:pt x="118657" y="178923"/>
                  </a:lnTo>
                  <a:lnTo>
                    <a:pt x="128778" y="128778"/>
                  </a:lnTo>
                  <a:lnTo>
                    <a:pt x="128778" y="0"/>
                  </a:lnTo>
                </a:path>
              </a:pathLst>
            </a:custGeom>
            <a:ln w="9525">
              <a:solidFill>
                <a:srgbClr val="0033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2689783" y="2124723"/>
            <a:ext cx="6065076" cy="1232902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3272" marR="5588" algn="ctr">
              <a:spcBef>
                <a:spcPts val="110"/>
              </a:spcBef>
            </a:pPr>
            <a:r>
              <a:rPr sz="2640" spc="-6" dirty="0">
                <a:solidFill>
                  <a:srgbClr val="003366"/>
                </a:solidFill>
                <a:latin typeface="Arial"/>
                <a:cs typeface="Arial"/>
              </a:rPr>
              <a:t>Find </a:t>
            </a:r>
            <a:r>
              <a:rPr sz="2640" dirty="0">
                <a:solidFill>
                  <a:srgbClr val="003366"/>
                </a:solidFill>
                <a:latin typeface="Arial"/>
                <a:cs typeface="Arial"/>
              </a:rPr>
              <a:t>the </a:t>
            </a:r>
            <a:r>
              <a:rPr sz="2640" spc="-6" dirty="0">
                <a:solidFill>
                  <a:srgbClr val="003366"/>
                </a:solidFill>
                <a:latin typeface="Arial"/>
                <a:cs typeface="Arial"/>
              </a:rPr>
              <a:t>class </a:t>
            </a:r>
            <a:r>
              <a:rPr sz="2640" dirty="0">
                <a:solidFill>
                  <a:srgbClr val="003366"/>
                </a:solidFill>
                <a:latin typeface="Arial"/>
                <a:cs typeface="Arial"/>
              </a:rPr>
              <a:t>of the </a:t>
            </a:r>
            <a:r>
              <a:rPr sz="2640" spc="-6" dirty="0">
                <a:solidFill>
                  <a:srgbClr val="003366"/>
                </a:solidFill>
                <a:latin typeface="Arial"/>
                <a:cs typeface="Arial"/>
              </a:rPr>
              <a:t>following addresses  158.223.1.108</a:t>
            </a:r>
            <a:endParaRPr sz="2640" dirty="0">
              <a:latin typeface="Arial"/>
              <a:cs typeface="Arial"/>
            </a:endParaRPr>
          </a:p>
          <a:p>
            <a:pPr marL="3493" algn="ctr"/>
            <a:r>
              <a:rPr sz="2640" spc="-6" dirty="0">
                <a:solidFill>
                  <a:srgbClr val="003366"/>
                </a:solidFill>
                <a:latin typeface="Arial"/>
                <a:cs typeface="Arial"/>
              </a:rPr>
              <a:t>227.13.14.88</a:t>
            </a:r>
            <a:endParaRPr sz="2640" dirty="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697425" y="5068411"/>
            <a:ext cx="7734491" cy="2277110"/>
            <a:chOff x="1543113" y="4503737"/>
            <a:chExt cx="7031355" cy="2070100"/>
          </a:xfrm>
        </p:grpSpPr>
        <p:sp>
          <p:nvSpPr>
            <p:cNvPr id="14" name="object 14"/>
            <p:cNvSpPr/>
            <p:nvPr/>
          </p:nvSpPr>
          <p:spPr>
            <a:xfrm>
              <a:off x="1676653" y="4508500"/>
              <a:ext cx="6892925" cy="2060575"/>
            </a:xfrm>
            <a:custGeom>
              <a:avLst/>
              <a:gdLst/>
              <a:ahLst/>
              <a:cxnLst/>
              <a:rect l="l" t="t" r="r" b="b"/>
              <a:pathLst>
                <a:path w="6892925" h="2060575">
                  <a:moveTo>
                    <a:pt x="6763893" y="0"/>
                  </a:moveTo>
                  <a:lnTo>
                    <a:pt x="257556" y="0"/>
                  </a:lnTo>
                  <a:lnTo>
                    <a:pt x="207430" y="10120"/>
                  </a:lnTo>
                  <a:lnTo>
                    <a:pt x="166496" y="37718"/>
                  </a:lnTo>
                  <a:lnTo>
                    <a:pt x="138898" y="78652"/>
                  </a:lnTo>
                  <a:lnTo>
                    <a:pt x="128777" y="128777"/>
                  </a:lnTo>
                  <a:lnTo>
                    <a:pt x="128777" y="1803006"/>
                  </a:lnTo>
                  <a:lnTo>
                    <a:pt x="0" y="1803006"/>
                  </a:lnTo>
                  <a:lnTo>
                    <a:pt x="25062" y="1808066"/>
                  </a:lnTo>
                  <a:lnTo>
                    <a:pt x="45529" y="1821865"/>
                  </a:lnTo>
                  <a:lnTo>
                    <a:pt x="59328" y="1842332"/>
                  </a:lnTo>
                  <a:lnTo>
                    <a:pt x="64388" y="1867395"/>
                  </a:lnTo>
                  <a:lnTo>
                    <a:pt x="59328" y="1892457"/>
                  </a:lnTo>
                  <a:lnTo>
                    <a:pt x="45529" y="1912924"/>
                  </a:lnTo>
                  <a:lnTo>
                    <a:pt x="25062" y="1926724"/>
                  </a:lnTo>
                  <a:lnTo>
                    <a:pt x="0" y="1931784"/>
                  </a:lnTo>
                  <a:lnTo>
                    <a:pt x="128777" y="1931784"/>
                  </a:lnTo>
                  <a:lnTo>
                    <a:pt x="118657" y="1981916"/>
                  </a:lnTo>
                  <a:lnTo>
                    <a:pt x="91058" y="2022854"/>
                  </a:lnTo>
                  <a:lnTo>
                    <a:pt x="50125" y="2050454"/>
                  </a:lnTo>
                  <a:lnTo>
                    <a:pt x="0" y="2060575"/>
                  </a:lnTo>
                  <a:lnTo>
                    <a:pt x="6506337" y="2060575"/>
                  </a:lnTo>
                  <a:lnTo>
                    <a:pt x="6556462" y="2050454"/>
                  </a:lnTo>
                  <a:lnTo>
                    <a:pt x="6597396" y="2022854"/>
                  </a:lnTo>
                  <a:lnTo>
                    <a:pt x="6624994" y="1981916"/>
                  </a:lnTo>
                  <a:lnTo>
                    <a:pt x="6635115" y="1931784"/>
                  </a:lnTo>
                  <a:lnTo>
                    <a:pt x="6635115" y="257556"/>
                  </a:lnTo>
                  <a:lnTo>
                    <a:pt x="257556" y="257556"/>
                  </a:lnTo>
                  <a:lnTo>
                    <a:pt x="232493" y="252495"/>
                  </a:lnTo>
                  <a:lnTo>
                    <a:pt x="212026" y="238696"/>
                  </a:lnTo>
                  <a:lnTo>
                    <a:pt x="198227" y="218229"/>
                  </a:lnTo>
                  <a:lnTo>
                    <a:pt x="193166" y="193167"/>
                  </a:lnTo>
                  <a:lnTo>
                    <a:pt x="198227" y="168104"/>
                  </a:lnTo>
                  <a:lnTo>
                    <a:pt x="212026" y="147637"/>
                  </a:lnTo>
                  <a:lnTo>
                    <a:pt x="232493" y="133838"/>
                  </a:lnTo>
                  <a:lnTo>
                    <a:pt x="257556" y="128777"/>
                  </a:lnTo>
                  <a:lnTo>
                    <a:pt x="6892671" y="128777"/>
                  </a:lnTo>
                  <a:lnTo>
                    <a:pt x="6882550" y="78652"/>
                  </a:lnTo>
                  <a:lnTo>
                    <a:pt x="6854952" y="37718"/>
                  </a:lnTo>
                  <a:lnTo>
                    <a:pt x="6814018" y="10120"/>
                  </a:lnTo>
                  <a:lnTo>
                    <a:pt x="6763893" y="0"/>
                  </a:lnTo>
                  <a:close/>
                </a:path>
                <a:path w="6892925" h="2060575">
                  <a:moveTo>
                    <a:pt x="6892671" y="128777"/>
                  </a:moveTo>
                  <a:lnTo>
                    <a:pt x="386333" y="128777"/>
                  </a:lnTo>
                  <a:lnTo>
                    <a:pt x="376213" y="178903"/>
                  </a:lnTo>
                  <a:lnTo>
                    <a:pt x="348614" y="219837"/>
                  </a:lnTo>
                  <a:lnTo>
                    <a:pt x="307681" y="247435"/>
                  </a:lnTo>
                  <a:lnTo>
                    <a:pt x="257556" y="257556"/>
                  </a:lnTo>
                  <a:lnTo>
                    <a:pt x="6763893" y="257556"/>
                  </a:lnTo>
                  <a:lnTo>
                    <a:pt x="6814018" y="247435"/>
                  </a:lnTo>
                  <a:lnTo>
                    <a:pt x="6854952" y="219837"/>
                  </a:lnTo>
                  <a:lnTo>
                    <a:pt x="6882550" y="178903"/>
                  </a:lnTo>
                  <a:lnTo>
                    <a:pt x="6892671" y="128777"/>
                  </a:lnTo>
                  <a:close/>
                </a:path>
              </a:pathLst>
            </a:custGeom>
            <a:solidFill>
              <a:srgbClr val="66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547875" y="4637278"/>
              <a:ext cx="515620" cy="1932305"/>
            </a:xfrm>
            <a:custGeom>
              <a:avLst/>
              <a:gdLst/>
              <a:ahLst/>
              <a:cxnLst/>
              <a:rect l="l" t="t" r="r" b="b"/>
              <a:pathLst>
                <a:path w="515619" h="1932304">
                  <a:moveTo>
                    <a:pt x="515112" y="0"/>
                  </a:moveTo>
                  <a:lnTo>
                    <a:pt x="386334" y="0"/>
                  </a:lnTo>
                  <a:lnTo>
                    <a:pt x="361271" y="5060"/>
                  </a:lnTo>
                  <a:lnTo>
                    <a:pt x="340804" y="18859"/>
                  </a:lnTo>
                  <a:lnTo>
                    <a:pt x="327005" y="39326"/>
                  </a:lnTo>
                  <a:lnTo>
                    <a:pt x="321944" y="64389"/>
                  </a:lnTo>
                  <a:lnTo>
                    <a:pt x="327005" y="89451"/>
                  </a:lnTo>
                  <a:lnTo>
                    <a:pt x="340804" y="109918"/>
                  </a:lnTo>
                  <a:lnTo>
                    <a:pt x="361271" y="123717"/>
                  </a:lnTo>
                  <a:lnTo>
                    <a:pt x="386334" y="128778"/>
                  </a:lnTo>
                  <a:lnTo>
                    <a:pt x="436459" y="118657"/>
                  </a:lnTo>
                  <a:lnTo>
                    <a:pt x="477393" y="91059"/>
                  </a:lnTo>
                  <a:lnTo>
                    <a:pt x="504991" y="50125"/>
                  </a:lnTo>
                  <a:lnTo>
                    <a:pt x="515112" y="0"/>
                  </a:lnTo>
                  <a:close/>
                </a:path>
                <a:path w="515619" h="1932304">
                  <a:moveTo>
                    <a:pt x="128778" y="1674228"/>
                  </a:moveTo>
                  <a:lnTo>
                    <a:pt x="78652" y="1684348"/>
                  </a:lnTo>
                  <a:lnTo>
                    <a:pt x="37718" y="1711947"/>
                  </a:lnTo>
                  <a:lnTo>
                    <a:pt x="10120" y="1752880"/>
                  </a:lnTo>
                  <a:lnTo>
                    <a:pt x="0" y="1803006"/>
                  </a:lnTo>
                  <a:lnTo>
                    <a:pt x="10120" y="1853138"/>
                  </a:lnTo>
                  <a:lnTo>
                    <a:pt x="37718" y="1894076"/>
                  </a:lnTo>
                  <a:lnTo>
                    <a:pt x="78652" y="1921676"/>
                  </a:lnTo>
                  <a:lnTo>
                    <a:pt x="128778" y="1931797"/>
                  </a:lnTo>
                  <a:lnTo>
                    <a:pt x="178903" y="1921676"/>
                  </a:lnTo>
                  <a:lnTo>
                    <a:pt x="219837" y="1894076"/>
                  </a:lnTo>
                  <a:lnTo>
                    <a:pt x="247435" y="1853138"/>
                  </a:lnTo>
                  <a:lnTo>
                    <a:pt x="257556" y="1803006"/>
                  </a:lnTo>
                  <a:lnTo>
                    <a:pt x="128778" y="1803006"/>
                  </a:lnTo>
                  <a:lnTo>
                    <a:pt x="153840" y="1797946"/>
                  </a:lnTo>
                  <a:lnTo>
                    <a:pt x="174307" y="1784146"/>
                  </a:lnTo>
                  <a:lnTo>
                    <a:pt x="188106" y="1763679"/>
                  </a:lnTo>
                  <a:lnTo>
                    <a:pt x="193167" y="1738617"/>
                  </a:lnTo>
                  <a:lnTo>
                    <a:pt x="188106" y="1713554"/>
                  </a:lnTo>
                  <a:lnTo>
                    <a:pt x="174307" y="1693087"/>
                  </a:lnTo>
                  <a:lnTo>
                    <a:pt x="153840" y="1679288"/>
                  </a:lnTo>
                  <a:lnTo>
                    <a:pt x="128778" y="1674228"/>
                  </a:lnTo>
                  <a:close/>
                </a:path>
              </a:pathLst>
            </a:custGeom>
            <a:solidFill>
              <a:srgbClr val="52A3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547875" y="4508500"/>
              <a:ext cx="7021830" cy="2060575"/>
            </a:xfrm>
            <a:custGeom>
              <a:avLst/>
              <a:gdLst/>
              <a:ahLst/>
              <a:cxnLst/>
              <a:rect l="l" t="t" r="r" b="b"/>
              <a:pathLst>
                <a:path w="7021830" h="2060575">
                  <a:moveTo>
                    <a:pt x="257556" y="1803006"/>
                  </a:moveTo>
                  <a:lnTo>
                    <a:pt x="257556" y="128777"/>
                  </a:lnTo>
                  <a:lnTo>
                    <a:pt x="267676" y="78652"/>
                  </a:lnTo>
                  <a:lnTo>
                    <a:pt x="295275" y="37718"/>
                  </a:lnTo>
                  <a:lnTo>
                    <a:pt x="336208" y="10120"/>
                  </a:lnTo>
                  <a:lnTo>
                    <a:pt x="386334" y="0"/>
                  </a:lnTo>
                  <a:lnTo>
                    <a:pt x="6892671" y="0"/>
                  </a:lnTo>
                  <a:lnTo>
                    <a:pt x="6942796" y="10120"/>
                  </a:lnTo>
                  <a:lnTo>
                    <a:pt x="6983730" y="37718"/>
                  </a:lnTo>
                  <a:lnTo>
                    <a:pt x="7011328" y="78652"/>
                  </a:lnTo>
                  <a:lnTo>
                    <a:pt x="7021449" y="128777"/>
                  </a:lnTo>
                  <a:lnTo>
                    <a:pt x="7011328" y="178903"/>
                  </a:lnTo>
                  <a:lnTo>
                    <a:pt x="6983730" y="219837"/>
                  </a:lnTo>
                  <a:lnTo>
                    <a:pt x="6942796" y="247435"/>
                  </a:lnTo>
                  <a:lnTo>
                    <a:pt x="6892671" y="257556"/>
                  </a:lnTo>
                  <a:lnTo>
                    <a:pt x="6763893" y="257556"/>
                  </a:lnTo>
                  <a:lnTo>
                    <a:pt x="6763893" y="1931784"/>
                  </a:lnTo>
                  <a:lnTo>
                    <a:pt x="6753772" y="1981916"/>
                  </a:lnTo>
                  <a:lnTo>
                    <a:pt x="6726174" y="2022854"/>
                  </a:lnTo>
                  <a:lnTo>
                    <a:pt x="6685240" y="2050454"/>
                  </a:lnTo>
                  <a:lnTo>
                    <a:pt x="6635115" y="2060575"/>
                  </a:lnTo>
                  <a:lnTo>
                    <a:pt x="128778" y="2060575"/>
                  </a:lnTo>
                  <a:lnTo>
                    <a:pt x="78652" y="2050454"/>
                  </a:lnTo>
                  <a:lnTo>
                    <a:pt x="37718" y="2022854"/>
                  </a:lnTo>
                  <a:lnTo>
                    <a:pt x="10120" y="1981916"/>
                  </a:lnTo>
                  <a:lnTo>
                    <a:pt x="0" y="1931784"/>
                  </a:lnTo>
                  <a:lnTo>
                    <a:pt x="10120" y="1881658"/>
                  </a:lnTo>
                  <a:lnTo>
                    <a:pt x="37718" y="1840725"/>
                  </a:lnTo>
                  <a:lnTo>
                    <a:pt x="78652" y="1813126"/>
                  </a:lnTo>
                  <a:lnTo>
                    <a:pt x="128778" y="1803006"/>
                  </a:lnTo>
                  <a:lnTo>
                    <a:pt x="257556" y="1803006"/>
                  </a:lnTo>
                  <a:close/>
                </a:path>
                <a:path w="7021830" h="2060575">
                  <a:moveTo>
                    <a:pt x="386334" y="0"/>
                  </a:moveTo>
                  <a:lnTo>
                    <a:pt x="436459" y="10120"/>
                  </a:lnTo>
                  <a:lnTo>
                    <a:pt x="477393" y="37718"/>
                  </a:lnTo>
                  <a:lnTo>
                    <a:pt x="504991" y="78652"/>
                  </a:lnTo>
                  <a:lnTo>
                    <a:pt x="515112" y="128777"/>
                  </a:lnTo>
                  <a:lnTo>
                    <a:pt x="504991" y="178903"/>
                  </a:lnTo>
                  <a:lnTo>
                    <a:pt x="477393" y="219837"/>
                  </a:lnTo>
                  <a:lnTo>
                    <a:pt x="436459" y="247435"/>
                  </a:lnTo>
                  <a:lnTo>
                    <a:pt x="386334" y="257556"/>
                  </a:lnTo>
                  <a:lnTo>
                    <a:pt x="361271" y="252495"/>
                  </a:lnTo>
                  <a:lnTo>
                    <a:pt x="340804" y="238696"/>
                  </a:lnTo>
                  <a:lnTo>
                    <a:pt x="327005" y="218229"/>
                  </a:lnTo>
                  <a:lnTo>
                    <a:pt x="321944" y="193167"/>
                  </a:lnTo>
                  <a:lnTo>
                    <a:pt x="327005" y="168104"/>
                  </a:lnTo>
                  <a:lnTo>
                    <a:pt x="340804" y="147637"/>
                  </a:lnTo>
                  <a:lnTo>
                    <a:pt x="361271" y="133838"/>
                  </a:lnTo>
                  <a:lnTo>
                    <a:pt x="386334" y="128777"/>
                  </a:lnTo>
                  <a:lnTo>
                    <a:pt x="515112" y="128777"/>
                  </a:lnTo>
                </a:path>
                <a:path w="7021830" h="2060575">
                  <a:moveTo>
                    <a:pt x="6763893" y="257556"/>
                  </a:moveTo>
                  <a:lnTo>
                    <a:pt x="386334" y="257556"/>
                  </a:lnTo>
                </a:path>
              </a:pathLst>
            </a:custGeom>
            <a:ln w="9525">
              <a:solidFill>
                <a:srgbClr val="0033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671891" y="6306743"/>
              <a:ext cx="138302" cy="138303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676653" y="6311506"/>
              <a:ext cx="128905" cy="257810"/>
            </a:xfrm>
            <a:custGeom>
              <a:avLst/>
              <a:gdLst/>
              <a:ahLst/>
              <a:cxnLst/>
              <a:rect l="l" t="t" r="r" b="b"/>
              <a:pathLst>
                <a:path w="128905" h="257809">
                  <a:moveTo>
                    <a:pt x="0" y="257568"/>
                  </a:moveTo>
                  <a:lnTo>
                    <a:pt x="50125" y="247448"/>
                  </a:lnTo>
                  <a:lnTo>
                    <a:pt x="91058" y="219848"/>
                  </a:lnTo>
                  <a:lnTo>
                    <a:pt x="118657" y="178910"/>
                  </a:lnTo>
                  <a:lnTo>
                    <a:pt x="128777" y="128778"/>
                  </a:lnTo>
                  <a:lnTo>
                    <a:pt x="128777" y="0"/>
                  </a:lnTo>
                </a:path>
              </a:pathLst>
            </a:custGeom>
            <a:ln w="9525">
              <a:solidFill>
                <a:srgbClr val="0033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2633624" y="5250930"/>
            <a:ext cx="5860415" cy="1639167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918780" indent="-1918780">
              <a:spcBef>
                <a:spcPts val="110"/>
              </a:spcBef>
              <a:buSzPct val="95833"/>
              <a:buChar char="•"/>
              <a:tabLst>
                <a:tab pos="1919478" algn="l"/>
              </a:tabLst>
            </a:pPr>
            <a:r>
              <a:rPr sz="2640" spc="-6" dirty="0">
                <a:solidFill>
                  <a:srgbClr val="003366"/>
                </a:solidFill>
                <a:latin typeface="Arial"/>
                <a:cs typeface="Arial"/>
              </a:rPr>
              <a:t>158.223.1.108</a:t>
            </a:r>
            <a:endParaRPr sz="2640">
              <a:latin typeface="Arial"/>
              <a:cs typeface="Arial"/>
            </a:endParaRPr>
          </a:p>
          <a:p>
            <a:pPr algn="ctr">
              <a:tabLst>
                <a:tab pos="2214944" algn="l"/>
                <a:tab pos="4695317" algn="l"/>
              </a:tabLst>
            </a:pPr>
            <a:r>
              <a:rPr sz="2640" spc="-6" dirty="0">
                <a:solidFill>
                  <a:srgbClr val="003366"/>
                </a:solidFill>
                <a:latin typeface="Arial"/>
                <a:cs typeface="Arial"/>
              </a:rPr>
              <a:t>1</a:t>
            </a:r>
            <a:r>
              <a:rPr sz="2640" spc="-8" baseline="24305" dirty="0">
                <a:solidFill>
                  <a:srgbClr val="003366"/>
                </a:solidFill>
                <a:latin typeface="Arial"/>
                <a:cs typeface="Arial"/>
              </a:rPr>
              <a:t>st  </a:t>
            </a:r>
            <a:r>
              <a:rPr sz="2640" dirty="0">
                <a:solidFill>
                  <a:srgbClr val="003366"/>
                </a:solidFill>
                <a:latin typeface="Arial"/>
                <a:cs typeface="Arial"/>
              </a:rPr>
              <a:t>byte</a:t>
            </a:r>
            <a:r>
              <a:rPr sz="2640" spc="-237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640" dirty="0">
                <a:solidFill>
                  <a:srgbClr val="003366"/>
                </a:solidFill>
                <a:latin typeface="Arial"/>
                <a:cs typeface="Arial"/>
              </a:rPr>
              <a:t>= </a:t>
            </a:r>
            <a:r>
              <a:rPr sz="2640" spc="-6" dirty="0">
                <a:solidFill>
                  <a:srgbClr val="003366"/>
                </a:solidFill>
                <a:latin typeface="Arial"/>
                <a:cs typeface="Arial"/>
              </a:rPr>
              <a:t>158	(128&lt;158&lt;191)	class</a:t>
            </a:r>
            <a:r>
              <a:rPr sz="2640" spc="-61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640" dirty="0">
                <a:solidFill>
                  <a:srgbClr val="003366"/>
                </a:solidFill>
                <a:latin typeface="Arial"/>
                <a:cs typeface="Arial"/>
              </a:rPr>
              <a:t>B</a:t>
            </a:r>
            <a:endParaRPr sz="2640">
              <a:latin typeface="Arial"/>
              <a:cs typeface="Arial"/>
            </a:endParaRPr>
          </a:p>
          <a:p>
            <a:pPr marL="2012379" lvl="1" indent="-2010980">
              <a:buSzPct val="95833"/>
              <a:buChar char="•"/>
              <a:tabLst>
                <a:tab pos="2013077" algn="l"/>
              </a:tabLst>
            </a:pPr>
            <a:r>
              <a:rPr sz="2640" spc="-6" dirty="0">
                <a:solidFill>
                  <a:srgbClr val="003366"/>
                </a:solidFill>
                <a:latin typeface="Arial"/>
                <a:cs typeface="Arial"/>
              </a:rPr>
              <a:t>227.13.14.88</a:t>
            </a:r>
            <a:endParaRPr sz="264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z="2640" spc="-6" dirty="0">
                <a:solidFill>
                  <a:srgbClr val="003366"/>
                </a:solidFill>
                <a:latin typeface="Arial"/>
                <a:cs typeface="Arial"/>
              </a:rPr>
              <a:t>1</a:t>
            </a:r>
            <a:r>
              <a:rPr sz="2640" spc="-8" baseline="24305" dirty="0">
                <a:solidFill>
                  <a:srgbClr val="003366"/>
                </a:solidFill>
                <a:latin typeface="Arial"/>
                <a:cs typeface="Arial"/>
              </a:rPr>
              <a:t>st </a:t>
            </a:r>
            <a:r>
              <a:rPr sz="2640" dirty="0">
                <a:solidFill>
                  <a:srgbClr val="003366"/>
                </a:solidFill>
                <a:latin typeface="Arial"/>
                <a:cs typeface="Arial"/>
              </a:rPr>
              <a:t>byte = </a:t>
            </a:r>
            <a:r>
              <a:rPr sz="2640" spc="-6" dirty="0">
                <a:solidFill>
                  <a:srgbClr val="003366"/>
                </a:solidFill>
                <a:latin typeface="Arial"/>
                <a:cs typeface="Arial"/>
              </a:rPr>
              <a:t>227 (224&lt;227&lt;239) class</a:t>
            </a:r>
            <a:r>
              <a:rPr sz="2640" spc="-209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640" spc="-6" dirty="0">
                <a:solidFill>
                  <a:srgbClr val="003366"/>
                </a:solidFill>
                <a:latin typeface="Arial"/>
                <a:cs typeface="Arial"/>
              </a:rPr>
              <a:t>D</a:t>
            </a:r>
            <a:endParaRPr sz="2640">
              <a:latin typeface="Arial"/>
              <a:cs typeface="Arial"/>
            </a:endParaRP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810D5332-7B4E-D84B-BEE9-2478840A9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04946" y="1032562"/>
            <a:ext cx="6667881" cy="1050096"/>
          </a:xfrm>
          <a:prstGeom prst="rect">
            <a:avLst/>
          </a:prstGeom>
        </p:spPr>
        <p:txBody>
          <a:bodyPr vert="horz" wrap="square" lIns="0" tIns="7474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3970" marR="5588">
              <a:lnSpc>
                <a:spcPts val="3806"/>
              </a:lnSpc>
              <a:spcBef>
                <a:spcPts val="588"/>
              </a:spcBef>
            </a:pPr>
            <a:r>
              <a:rPr sz="3520" b="1" dirty="0">
                <a:solidFill>
                  <a:srgbClr val="C00000"/>
                </a:solidFill>
                <a:latin typeface="Arial"/>
                <a:cs typeface="Arial"/>
              </a:rPr>
              <a:t>IP </a:t>
            </a:r>
            <a:r>
              <a:rPr sz="3520" b="1" spc="-6" dirty="0">
                <a:solidFill>
                  <a:srgbClr val="C00000"/>
                </a:solidFill>
                <a:latin typeface="Arial"/>
                <a:cs typeface="Arial"/>
              </a:rPr>
              <a:t>address </a:t>
            </a:r>
            <a:r>
              <a:rPr sz="3520" b="1" dirty="0">
                <a:solidFill>
                  <a:srgbClr val="C00000"/>
                </a:solidFill>
                <a:latin typeface="Arial"/>
                <a:cs typeface="Arial"/>
              </a:rPr>
              <a:t>with appending</a:t>
            </a:r>
            <a:r>
              <a:rPr sz="3520" b="1" spc="-224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520" b="1" dirty="0">
                <a:solidFill>
                  <a:srgbClr val="C00000"/>
                </a:solidFill>
                <a:latin typeface="Arial"/>
                <a:cs typeface="Arial"/>
              </a:rPr>
              <a:t>port  </a:t>
            </a:r>
            <a:r>
              <a:rPr sz="3520" b="1" spc="-6" dirty="0">
                <a:solidFill>
                  <a:srgbClr val="C00000"/>
                </a:solidFill>
                <a:latin typeface="Arial"/>
                <a:cs typeface="Arial"/>
              </a:rPr>
              <a:t>number</a:t>
            </a:r>
            <a:endParaRPr sz="3520" dirty="0">
              <a:solidFill>
                <a:srgbClr val="C00000"/>
              </a:solidFill>
              <a:latin typeface="Arial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82EDAE-1207-8745-9B64-3C4390A03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0269B-3FF7-874D-8ED1-2D9E2506D078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3" name="object 3"/>
          <p:cNvSpPr txBox="1"/>
          <p:nvPr/>
        </p:nvSpPr>
        <p:spPr>
          <a:xfrm>
            <a:off x="1008969" y="2645271"/>
            <a:ext cx="8065580" cy="2184059"/>
          </a:xfrm>
          <a:prstGeom prst="rect">
            <a:avLst/>
          </a:prstGeom>
        </p:spPr>
        <p:txBody>
          <a:bodyPr vert="horz" wrap="square" lIns="0" tIns="107569" rIns="0" bIns="0" rtlCol="0">
            <a:spAutoFit/>
          </a:bodyPr>
          <a:lstStyle/>
          <a:p>
            <a:pPr marL="390462" indent="-377190" algn="l">
              <a:spcBef>
                <a:spcPts val="847"/>
              </a:spcBef>
              <a:buSzPct val="75000"/>
              <a:buFont typeface="Wingdings"/>
              <a:buChar char=""/>
              <a:tabLst>
                <a:tab pos="390462" algn="l"/>
                <a:tab pos="391160" algn="l"/>
              </a:tabLst>
            </a:pPr>
            <a:r>
              <a:rPr sz="3080" dirty="0">
                <a:solidFill>
                  <a:srgbClr val="003366"/>
                </a:solidFill>
                <a:latin typeface="Arial"/>
                <a:cs typeface="Arial"/>
              </a:rPr>
              <a:t>158.128.1.108:25</a:t>
            </a:r>
            <a:endParaRPr sz="3080" dirty="0">
              <a:latin typeface="Arial"/>
              <a:cs typeface="Arial"/>
            </a:endParaRPr>
          </a:p>
          <a:p>
            <a:pPr marL="390462" indent="-377190" algn="l">
              <a:spcBef>
                <a:spcPts val="743"/>
              </a:spcBef>
              <a:buSzPct val="75000"/>
              <a:buFont typeface="Wingdings"/>
              <a:buChar char=""/>
              <a:tabLst>
                <a:tab pos="390462" algn="l"/>
                <a:tab pos="391160" algn="l"/>
              </a:tabLst>
            </a:pPr>
            <a:r>
              <a:rPr sz="3080" spc="-6" dirty="0">
                <a:solidFill>
                  <a:srgbClr val="003366"/>
                </a:solidFill>
                <a:latin typeface="Arial"/>
                <a:cs typeface="Arial"/>
              </a:rPr>
              <a:t>the </a:t>
            </a:r>
            <a:r>
              <a:rPr sz="3080" dirty="0">
                <a:solidFill>
                  <a:srgbClr val="003366"/>
                </a:solidFill>
                <a:latin typeface="Arial"/>
                <a:cs typeface="Arial"/>
              </a:rPr>
              <a:t>four octet </a:t>
            </a:r>
            <a:r>
              <a:rPr sz="3080" spc="-6" dirty="0">
                <a:solidFill>
                  <a:srgbClr val="003366"/>
                </a:solidFill>
                <a:latin typeface="Arial"/>
                <a:cs typeface="Arial"/>
              </a:rPr>
              <a:t>before </a:t>
            </a:r>
            <a:r>
              <a:rPr sz="3080" dirty="0">
                <a:solidFill>
                  <a:srgbClr val="003366"/>
                </a:solidFill>
                <a:latin typeface="Arial"/>
                <a:cs typeface="Arial"/>
              </a:rPr>
              <a:t>colon is the </a:t>
            </a:r>
            <a:r>
              <a:rPr sz="3080" spc="-6" dirty="0">
                <a:solidFill>
                  <a:srgbClr val="003366"/>
                </a:solidFill>
                <a:latin typeface="Arial"/>
                <a:cs typeface="Arial"/>
              </a:rPr>
              <a:t>IP</a:t>
            </a:r>
            <a:r>
              <a:rPr sz="3080" spc="-88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3080" dirty="0">
                <a:solidFill>
                  <a:srgbClr val="003366"/>
                </a:solidFill>
                <a:latin typeface="Arial"/>
                <a:cs typeface="Arial"/>
              </a:rPr>
              <a:t>address</a:t>
            </a:r>
            <a:endParaRPr sz="3080" dirty="0">
              <a:latin typeface="Arial"/>
              <a:cs typeface="Arial"/>
            </a:endParaRPr>
          </a:p>
          <a:p>
            <a:pPr marL="390462" indent="-377190" algn="l">
              <a:spcBef>
                <a:spcPts val="737"/>
              </a:spcBef>
              <a:buSzPct val="75000"/>
              <a:buFont typeface="Wingdings"/>
              <a:buChar char=""/>
              <a:tabLst>
                <a:tab pos="390462" algn="l"/>
                <a:tab pos="391160" algn="l"/>
              </a:tabLst>
            </a:pPr>
            <a:r>
              <a:rPr sz="3080" spc="-6" dirty="0">
                <a:solidFill>
                  <a:srgbClr val="003366"/>
                </a:solidFill>
                <a:latin typeface="Arial"/>
                <a:cs typeface="Arial"/>
              </a:rPr>
              <a:t>The number </a:t>
            </a:r>
            <a:r>
              <a:rPr lang="en-US" sz="3080" spc="-6" dirty="0">
                <a:solidFill>
                  <a:srgbClr val="003366"/>
                </a:solidFill>
                <a:latin typeface="Arial"/>
                <a:cs typeface="Arial"/>
              </a:rPr>
              <a:t>after </a:t>
            </a:r>
            <a:r>
              <a:rPr sz="3080" spc="-6" dirty="0">
                <a:solidFill>
                  <a:srgbClr val="003366"/>
                </a:solidFill>
                <a:latin typeface="Arial"/>
                <a:cs typeface="Arial"/>
              </a:rPr>
              <a:t> colon </a:t>
            </a:r>
            <a:r>
              <a:rPr sz="3080" dirty="0">
                <a:solidFill>
                  <a:srgbClr val="003366"/>
                </a:solidFill>
                <a:latin typeface="Arial"/>
                <a:cs typeface="Arial"/>
              </a:rPr>
              <a:t>(25) </a:t>
            </a:r>
            <a:r>
              <a:rPr sz="3080" spc="-6" dirty="0">
                <a:solidFill>
                  <a:srgbClr val="003366"/>
                </a:solidFill>
                <a:latin typeface="Arial"/>
                <a:cs typeface="Arial"/>
              </a:rPr>
              <a:t>is the </a:t>
            </a:r>
            <a:r>
              <a:rPr sz="3080" dirty="0">
                <a:solidFill>
                  <a:srgbClr val="003366"/>
                </a:solidFill>
                <a:latin typeface="Arial"/>
                <a:cs typeface="Arial"/>
              </a:rPr>
              <a:t>port</a:t>
            </a:r>
            <a:r>
              <a:rPr sz="3080" spc="83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3080" spc="-6" dirty="0">
                <a:solidFill>
                  <a:srgbClr val="003366"/>
                </a:solidFill>
                <a:latin typeface="Arial"/>
                <a:cs typeface="Arial"/>
              </a:rPr>
              <a:t>number</a:t>
            </a:r>
            <a:endParaRPr sz="308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97326" y="3173730"/>
            <a:ext cx="9412288" cy="303149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452127" y="1138962"/>
            <a:ext cx="3181668" cy="556499"/>
          </a:xfrm>
          <a:prstGeom prst="rect">
            <a:avLst/>
          </a:prstGeom>
        </p:spPr>
        <p:txBody>
          <a:bodyPr vert="horz" wrap="square" lIns="0" tIns="14669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3970">
              <a:spcBef>
                <a:spcPts val="116"/>
              </a:spcBef>
            </a:pPr>
            <a:r>
              <a:rPr sz="3520" b="1" dirty="0">
                <a:latin typeface="Times New Roman"/>
                <a:cs typeface="Times New Roman"/>
              </a:rPr>
              <a:t>Netid and</a:t>
            </a:r>
            <a:r>
              <a:rPr sz="3520" b="1" spc="-121" dirty="0">
                <a:latin typeface="Times New Roman"/>
                <a:cs typeface="Times New Roman"/>
              </a:rPr>
              <a:t> </a:t>
            </a:r>
            <a:r>
              <a:rPr sz="3520" b="1" dirty="0">
                <a:latin typeface="Times New Roman"/>
                <a:cs typeface="Times New Roman"/>
              </a:rPr>
              <a:t>hostid</a:t>
            </a:r>
            <a:endParaRPr sz="3520">
              <a:latin typeface="Times New Roman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D4AFE9-67E6-464C-BBD9-B1830727D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0269B-3FF7-874D-8ED1-2D9E2506D078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97573" y="1090523"/>
            <a:ext cx="8657908" cy="59808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769943" y="245096"/>
            <a:ext cx="3198432" cy="555793"/>
          </a:xfrm>
          <a:prstGeom prst="rect">
            <a:avLst/>
          </a:prstGeom>
        </p:spPr>
        <p:txBody>
          <a:bodyPr vert="horz" wrap="square" lIns="0" tIns="1397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3970">
              <a:spcBef>
                <a:spcPts val="110"/>
              </a:spcBef>
            </a:pPr>
            <a:r>
              <a:rPr sz="3520" b="1" dirty="0">
                <a:solidFill>
                  <a:srgbClr val="C00000"/>
                </a:solidFill>
                <a:latin typeface="Times New Roman"/>
                <a:cs typeface="Times New Roman"/>
              </a:rPr>
              <a:t>Blocks in class</a:t>
            </a:r>
            <a:r>
              <a:rPr sz="3520" b="1" spc="-292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520" b="1" dirty="0">
                <a:solidFill>
                  <a:srgbClr val="C00000"/>
                </a:solidFill>
                <a:latin typeface="Times New Roman"/>
                <a:cs typeface="Times New Roman"/>
              </a:rPr>
              <a:t>A</a:t>
            </a:r>
            <a:endParaRPr sz="3520" dirty="0">
              <a:solidFill>
                <a:srgbClr val="C00000"/>
              </a:solidFill>
              <a:latin typeface="Times New Roman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6462DD-6CAA-344E-B3CA-868E5D38A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0269B-3FF7-874D-8ED1-2D9E2506D078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52634" y="1541055"/>
            <a:ext cx="8546148" cy="611704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007714" y="507033"/>
            <a:ext cx="3197733" cy="555793"/>
          </a:xfrm>
          <a:prstGeom prst="rect">
            <a:avLst/>
          </a:prstGeom>
        </p:spPr>
        <p:txBody>
          <a:bodyPr vert="horz" wrap="square" lIns="0" tIns="1397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3970">
              <a:spcBef>
                <a:spcPts val="110"/>
              </a:spcBef>
            </a:pPr>
            <a:r>
              <a:rPr sz="3520" b="1" dirty="0">
                <a:latin typeface="Times New Roman"/>
                <a:cs typeface="Times New Roman"/>
              </a:rPr>
              <a:t>Blocks in class</a:t>
            </a:r>
            <a:r>
              <a:rPr sz="3520" b="1" spc="-99" dirty="0">
                <a:latin typeface="Times New Roman"/>
                <a:cs typeface="Times New Roman"/>
              </a:rPr>
              <a:t> </a:t>
            </a:r>
            <a:r>
              <a:rPr sz="3520" b="1" dirty="0">
                <a:latin typeface="Times New Roman"/>
                <a:cs typeface="Times New Roman"/>
              </a:rPr>
              <a:t>B</a:t>
            </a:r>
            <a:endParaRPr sz="3520">
              <a:latin typeface="Times New Roman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AFDF75-EA18-6243-BC11-83BF15AF3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0269B-3FF7-874D-8ED1-2D9E2506D078}" type="slidenum">
              <a:rPr lang="en-US" smtClean="0"/>
              <a:pPr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57873" y="1038136"/>
            <a:ext cx="8546148" cy="61170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404043" y="348055"/>
            <a:ext cx="3222181" cy="555793"/>
          </a:xfrm>
          <a:prstGeom prst="rect">
            <a:avLst/>
          </a:prstGeom>
        </p:spPr>
        <p:txBody>
          <a:bodyPr vert="horz" wrap="square" lIns="0" tIns="1397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3970">
              <a:spcBef>
                <a:spcPts val="110"/>
              </a:spcBef>
            </a:pPr>
            <a:r>
              <a:rPr sz="3520" b="1" dirty="0">
                <a:latin typeface="Times New Roman"/>
                <a:cs typeface="Times New Roman"/>
              </a:rPr>
              <a:t>Blocks in class</a:t>
            </a:r>
            <a:r>
              <a:rPr sz="3520" b="1" spc="-99" dirty="0">
                <a:latin typeface="Times New Roman"/>
                <a:cs typeface="Times New Roman"/>
              </a:rPr>
              <a:t> </a:t>
            </a:r>
            <a:r>
              <a:rPr sz="3520" b="1" dirty="0">
                <a:latin typeface="Times New Roman"/>
                <a:cs typeface="Times New Roman"/>
              </a:rPr>
              <a:t>C</a:t>
            </a:r>
            <a:endParaRPr sz="3520">
              <a:latin typeface="Times New Roman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6710A4-7171-4B43-9B13-30A056413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0269B-3FF7-874D-8ED1-2D9E2506D078}" type="slidenum">
              <a:rPr lang="en-US" smtClean="0"/>
              <a:pPr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51460" y="2176272"/>
            <a:ext cx="9335453" cy="2923921"/>
            <a:chOff x="228600" y="1874520"/>
            <a:chExt cx="8486775" cy="2658110"/>
          </a:xfrm>
        </p:grpSpPr>
        <p:sp>
          <p:nvSpPr>
            <p:cNvPr id="3" name="object 3"/>
            <p:cNvSpPr/>
            <p:nvPr/>
          </p:nvSpPr>
          <p:spPr>
            <a:xfrm>
              <a:off x="609600" y="1974850"/>
              <a:ext cx="8077200" cy="234632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09600" y="1974850"/>
              <a:ext cx="8077200" cy="2346325"/>
            </a:xfrm>
            <a:custGeom>
              <a:avLst/>
              <a:gdLst/>
              <a:ahLst/>
              <a:cxnLst/>
              <a:rect l="l" t="t" r="r" b="b"/>
              <a:pathLst>
                <a:path w="8077200" h="2346325">
                  <a:moveTo>
                    <a:pt x="0" y="2346325"/>
                  </a:moveTo>
                  <a:lnTo>
                    <a:pt x="8077200" y="2346325"/>
                  </a:lnTo>
                  <a:lnTo>
                    <a:pt x="8077200" y="0"/>
                  </a:lnTo>
                  <a:lnTo>
                    <a:pt x="0" y="0"/>
                  </a:lnTo>
                  <a:lnTo>
                    <a:pt x="0" y="2346325"/>
                  </a:lnTo>
                  <a:close/>
                </a:path>
              </a:pathLst>
            </a:custGeom>
            <a:ln w="57150">
              <a:solidFill>
                <a:srgbClr val="FF33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748027" y="1874520"/>
              <a:ext cx="5946648" cy="1011936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961132" y="2423160"/>
              <a:ext cx="3521964" cy="1011936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965704" y="2971800"/>
              <a:ext cx="3508248" cy="1011936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333500" y="3520440"/>
              <a:ext cx="6772656" cy="1011936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/>
          <p:nvPr/>
        </p:nvSpPr>
        <p:spPr>
          <a:xfrm>
            <a:off x="586740" y="1448435"/>
            <a:ext cx="2263140" cy="76136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8683188-C770-F046-A74B-17B39CA89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51460" y="2176272"/>
            <a:ext cx="8916353" cy="2923921"/>
            <a:chOff x="228600" y="1874520"/>
            <a:chExt cx="8105775" cy="2658110"/>
          </a:xfrm>
        </p:grpSpPr>
        <p:sp>
          <p:nvSpPr>
            <p:cNvPr id="3" name="object 3"/>
            <p:cNvSpPr/>
            <p:nvPr/>
          </p:nvSpPr>
          <p:spPr>
            <a:xfrm>
              <a:off x="838200" y="1974850"/>
              <a:ext cx="7467600" cy="234632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838200" y="1974850"/>
              <a:ext cx="7467600" cy="2346325"/>
            </a:xfrm>
            <a:custGeom>
              <a:avLst/>
              <a:gdLst/>
              <a:ahLst/>
              <a:cxnLst/>
              <a:rect l="l" t="t" r="r" b="b"/>
              <a:pathLst>
                <a:path w="7467600" h="2346325">
                  <a:moveTo>
                    <a:pt x="0" y="2346325"/>
                  </a:moveTo>
                  <a:lnTo>
                    <a:pt x="7467600" y="2346325"/>
                  </a:lnTo>
                  <a:lnTo>
                    <a:pt x="7467600" y="0"/>
                  </a:lnTo>
                  <a:lnTo>
                    <a:pt x="0" y="0"/>
                  </a:lnTo>
                  <a:lnTo>
                    <a:pt x="0" y="2346325"/>
                  </a:lnTo>
                  <a:close/>
                </a:path>
              </a:pathLst>
            </a:custGeom>
            <a:ln w="57150">
              <a:solidFill>
                <a:srgbClr val="FF33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598420" y="1874520"/>
              <a:ext cx="4093463" cy="1011936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856232" y="2423160"/>
              <a:ext cx="5579364" cy="1011936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131820" y="2971800"/>
              <a:ext cx="3026663" cy="1011936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159507" y="3520440"/>
              <a:ext cx="4855464" cy="1011936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/>
          <p:nvPr/>
        </p:nvSpPr>
        <p:spPr>
          <a:xfrm>
            <a:off x="838200" y="1448435"/>
            <a:ext cx="2263140" cy="76136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93B95C6F-A827-ED48-A6B4-EE1992171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90588" y="2679192"/>
            <a:ext cx="8193405" cy="2320417"/>
            <a:chOff x="809625" y="2331720"/>
            <a:chExt cx="7448550" cy="2109470"/>
          </a:xfrm>
        </p:grpSpPr>
        <p:sp>
          <p:nvSpPr>
            <p:cNvPr id="3" name="object 3"/>
            <p:cNvSpPr/>
            <p:nvPr/>
          </p:nvSpPr>
          <p:spPr>
            <a:xfrm>
              <a:off x="838200" y="2432050"/>
              <a:ext cx="7391400" cy="179705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838200" y="2432050"/>
              <a:ext cx="7391400" cy="1797050"/>
            </a:xfrm>
            <a:custGeom>
              <a:avLst/>
              <a:gdLst/>
              <a:ahLst/>
              <a:cxnLst/>
              <a:rect l="l" t="t" r="r" b="b"/>
              <a:pathLst>
                <a:path w="7391400" h="1797050">
                  <a:moveTo>
                    <a:pt x="0" y="1797050"/>
                  </a:moveTo>
                  <a:lnTo>
                    <a:pt x="7391400" y="1797050"/>
                  </a:lnTo>
                  <a:lnTo>
                    <a:pt x="7391400" y="0"/>
                  </a:lnTo>
                  <a:lnTo>
                    <a:pt x="0" y="0"/>
                  </a:lnTo>
                  <a:lnTo>
                    <a:pt x="0" y="1797050"/>
                  </a:lnTo>
                  <a:close/>
                </a:path>
              </a:pathLst>
            </a:custGeom>
            <a:ln w="57150">
              <a:solidFill>
                <a:srgbClr val="FF33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367027" y="2331720"/>
              <a:ext cx="6365748" cy="1011936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292096" y="2880360"/>
              <a:ext cx="4626863" cy="1011936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684019" y="3429000"/>
              <a:ext cx="5846063" cy="1011936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/>
          <p:nvPr/>
        </p:nvSpPr>
        <p:spPr>
          <a:xfrm>
            <a:off x="838200" y="1951355"/>
            <a:ext cx="2263140" cy="76136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DAB70615-8F01-E64D-8CC8-AC3E380D1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0269B-3FF7-874D-8ED1-2D9E2506D078}" type="slidenum">
              <a:rPr lang="en-US" smtClean="0"/>
              <a:pPr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74421" y="974294"/>
            <a:ext cx="5862371" cy="135453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40994" y="1138260"/>
            <a:ext cx="5092764" cy="759632"/>
          </a:xfrm>
          <a:prstGeom prst="rect">
            <a:avLst/>
          </a:prstGeom>
        </p:spPr>
        <p:txBody>
          <a:bodyPr vert="horz" wrap="square" lIns="0" tIns="14669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3970">
              <a:spcBef>
                <a:spcPts val="116"/>
              </a:spcBef>
            </a:pPr>
            <a:r>
              <a:rPr sz="4840" b="1" dirty="0">
                <a:solidFill>
                  <a:srgbClr val="C00000"/>
                </a:solidFill>
                <a:latin typeface="Times New Roman"/>
                <a:cs typeface="Times New Roman"/>
              </a:rPr>
              <a:t>Network</a:t>
            </a:r>
            <a:r>
              <a:rPr sz="4840" b="1" spc="-374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4840" b="1" spc="-11" dirty="0">
                <a:solidFill>
                  <a:srgbClr val="C00000"/>
                </a:solidFill>
                <a:latin typeface="Times New Roman"/>
                <a:cs typeface="Times New Roman"/>
              </a:rPr>
              <a:t>Addresses</a:t>
            </a:r>
            <a:endParaRPr sz="4840" dirty="0">
              <a:solidFill>
                <a:srgbClr val="C00000"/>
              </a:solidFill>
              <a:latin typeface="Times New Roman"/>
              <a:cs typeface="Times New Roman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8A4F1ED-883C-EE40-AE90-52F15661B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0269B-3FF7-874D-8ED1-2D9E2506D078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4" name="object 4"/>
          <p:cNvSpPr/>
          <p:nvPr/>
        </p:nvSpPr>
        <p:spPr>
          <a:xfrm>
            <a:off x="1257300" y="2964250"/>
            <a:ext cx="8801100" cy="700596"/>
          </a:xfrm>
          <a:custGeom>
            <a:avLst/>
            <a:gdLst/>
            <a:ahLst/>
            <a:cxnLst/>
            <a:rect l="l" t="t" r="r" b="b"/>
            <a:pathLst>
              <a:path w="8001000" h="636905">
                <a:moveTo>
                  <a:pt x="0" y="636587"/>
                </a:moveTo>
                <a:lnTo>
                  <a:pt x="8001000" y="636587"/>
                </a:lnTo>
                <a:lnTo>
                  <a:pt x="8001000" y="0"/>
                </a:lnTo>
                <a:lnTo>
                  <a:pt x="0" y="0"/>
                </a:lnTo>
                <a:lnTo>
                  <a:pt x="0" y="636587"/>
                </a:lnTo>
                <a:close/>
              </a:path>
            </a:pathLst>
          </a:custGeom>
          <a:ln w="57150">
            <a:solidFill>
              <a:srgbClr val="99CC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257300" y="3886200"/>
            <a:ext cx="8801100" cy="1236345"/>
          </a:xfrm>
          <a:custGeom>
            <a:avLst/>
            <a:gdLst/>
            <a:ahLst/>
            <a:cxnLst/>
            <a:rect l="l" t="t" r="r" b="b"/>
            <a:pathLst>
              <a:path w="8001000" h="1123950">
                <a:moveTo>
                  <a:pt x="0" y="1123950"/>
                </a:moveTo>
                <a:lnTo>
                  <a:pt x="8001000" y="1123950"/>
                </a:lnTo>
                <a:lnTo>
                  <a:pt x="8001000" y="0"/>
                </a:lnTo>
                <a:lnTo>
                  <a:pt x="0" y="0"/>
                </a:lnTo>
                <a:lnTo>
                  <a:pt x="0" y="1123950"/>
                </a:lnTo>
                <a:close/>
              </a:path>
            </a:pathLst>
          </a:custGeom>
          <a:ln w="57150">
            <a:solidFill>
              <a:srgbClr val="99CC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257300" y="5311070"/>
            <a:ext cx="8801100" cy="1772793"/>
          </a:xfrm>
          <a:custGeom>
            <a:avLst/>
            <a:gdLst/>
            <a:ahLst/>
            <a:cxnLst/>
            <a:rect l="l" t="t" r="r" b="b"/>
            <a:pathLst>
              <a:path w="8001000" h="1611629">
                <a:moveTo>
                  <a:pt x="0" y="1611376"/>
                </a:moveTo>
                <a:lnTo>
                  <a:pt x="8001000" y="1611376"/>
                </a:lnTo>
                <a:lnTo>
                  <a:pt x="8001000" y="0"/>
                </a:lnTo>
                <a:lnTo>
                  <a:pt x="0" y="0"/>
                </a:lnTo>
                <a:lnTo>
                  <a:pt x="0" y="1611376"/>
                </a:lnTo>
                <a:close/>
              </a:path>
            </a:pathLst>
          </a:custGeom>
          <a:ln w="57150">
            <a:solidFill>
              <a:srgbClr val="99CC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344248" y="2986112"/>
            <a:ext cx="8509127" cy="4008726"/>
          </a:xfrm>
          <a:prstGeom prst="rect">
            <a:avLst/>
          </a:prstGeom>
        </p:spPr>
        <p:txBody>
          <a:bodyPr vert="horz" wrap="square" lIns="0" tIns="14669" rIns="0" bIns="0" rtlCol="0">
            <a:spAutoFit/>
          </a:bodyPr>
          <a:lstStyle/>
          <a:p>
            <a:pPr marL="13970" algn="l">
              <a:spcBef>
                <a:spcPts val="116"/>
              </a:spcBef>
            </a:pPr>
            <a:r>
              <a:rPr sz="3520" dirty="0">
                <a:solidFill>
                  <a:srgbClr val="003366"/>
                </a:solidFill>
                <a:latin typeface="Times New Roman"/>
                <a:cs typeface="Times New Roman"/>
              </a:rPr>
              <a:t>The network address is the </a:t>
            </a:r>
            <a:r>
              <a:rPr sz="3520" spc="-6" dirty="0">
                <a:solidFill>
                  <a:srgbClr val="003366"/>
                </a:solidFill>
                <a:latin typeface="Times New Roman"/>
                <a:cs typeface="Times New Roman"/>
              </a:rPr>
              <a:t>first</a:t>
            </a:r>
            <a:r>
              <a:rPr sz="3520" spc="-99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3520" dirty="0">
                <a:solidFill>
                  <a:srgbClr val="003366"/>
                </a:solidFill>
                <a:latin typeface="Times New Roman"/>
                <a:cs typeface="Times New Roman"/>
              </a:rPr>
              <a:t>address.</a:t>
            </a:r>
            <a:endParaRPr sz="3520" dirty="0">
              <a:latin typeface="Times New Roman"/>
              <a:cs typeface="Times New Roman"/>
            </a:endParaRPr>
          </a:p>
          <a:p>
            <a:pPr marL="13970" marR="5588" algn="l">
              <a:spcBef>
                <a:spcPts val="3036"/>
              </a:spcBef>
            </a:pPr>
            <a:r>
              <a:rPr sz="3520" dirty="0">
                <a:solidFill>
                  <a:srgbClr val="003366"/>
                </a:solidFill>
                <a:latin typeface="Times New Roman"/>
                <a:cs typeface="Times New Roman"/>
              </a:rPr>
              <a:t>The network address defines the network to</a:t>
            </a:r>
            <a:r>
              <a:rPr sz="3520" spc="-149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3520" dirty="0">
                <a:solidFill>
                  <a:srgbClr val="003366"/>
                </a:solidFill>
                <a:latin typeface="Times New Roman"/>
                <a:cs typeface="Times New Roman"/>
              </a:rPr>
              <a:t>the  </a:t>
            </a:r>
            <a:r>
              <a:rPr sz="3520" spc="-6" dirty="0">
                <a:solidFill>
                  <a:srgbClr val="003366"/>
                </a:solidFill>
                <a:latin typeface="Times New Roman"/>
                <a:cs typeface="Times New Roman"/>
              </a:rPr>
              <a:t>rest </a:t>
            </a:r>
            <a:r>
              <a:rPr sz="3520" dirty="0">
                <a:solidFill>
                  <a:srgbClr val="003366"/>
                </a:solidFill>
                <a:latin typeface="Times New Roman"/>
                <a:cs typeface="Times New Roman"/>
              </a:rPr>
              <a:t>of the</a:t>
            </a:r>
            <a:r>
              <a:rPr sz="3520" spc="-33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3520" dirty="0">
                <a:solidFill>
                  <a:srgbClr val="003366"/>
                </a:solidFill>
                <a:latin typeface="Times New Roman"/>
                <a:cs typeface="Times New Roman"/>
              </a:rPr>
              <a:t>Internet.</a:t>
            </a:r>
            <a:endParaRPr sz="3520" dirty="0">
              <a:latin typeface="Times New Roman"/>
              <a:cs typeface="Times New Roman"/>
            </a:endParaRPr>
          </a:p>
          <a:p>
            <a:pPr marL="13970" marR="25146" algn="l">
              <a:spcBef>
                <a:spcPts val="2778"/>
              </a:spcBef>
            </a:pPr>
            <a:r>
              <a:rPr sz="3520" dirty="0">
                <a:solidFill>
                  <a:srgbClr val="003366"/>
                </a:solidFill>
                <a:latin typeface="Times New Roman"/>
                <a:cs typeface="Times New Roman"/>
              </a:rPr>
              <a:t>Given the network address, </a:t>
            </a:r>
            <a:r>
              <a:rPr sz="3520" spc="-6" dirty="0">
                <a:solidFill>
                  <a:srgbClr val="003366"/>
                </a:solidFill>
                <a:latin typeface="Times New Roman"/>
                <a:cs typeface="Times New Roman"/>
              </a:rPr>
              <a:t>we </a:t>
            </a:r>
            <a:r>
              <a:rPr sz="3520" dirty="0">
                <a:solidFill>
                  <a:srgbClr val="003366"/>
                </a:solidFill>
                <a:latin typeface="Times New Roman"/>
                <a:cs typeface="Times New Roman"/>
              </a:rPr>
              <a:t>can find the  class of </a:t>
            </a:r>
            <a:r>
              <a:rPr sz="3520" spc="-6" dirty="0">
                <a:solidFill>
                  <a:srgbClr val="003366"/>
                </a:solidFill>
                <a:latin typeface="Times New Roman"/>
                <a:cs typeface="Times New Roman"/>
              </a:rPr>
              <a:t>the </a:t>
            </a:r>
            <a:r>
              <a:rPr sz="3520" dirty="0">
                <a:solidFill>
                  <a:srgbClr val="003366"/>
                </a:solidFill>
                <a:latin typeface="Times New Roman"/>
                <a:cs typeface="Times New Roman"/>
              </a:rPr>
              <a:t>address, the block, and the range</a:t>
            </a:r>
            <a:r>
              <a:rPr sz="3520" spc="-99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3520" dirty="0">
                <a:solidFill>
                  <a:srgbClr val="003366"/>
                </a:solidFill>
                <a:latin typeface="Times New Roman"/>
                <a:cs typeface="Times New Roman"/>
              </a:rPr>
              <a:t>of  the addresses in the</a:t>
            </a:r>
            <a:r>
              <a:rPr sz="3520" spc="-44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3520" dirty="0">
                <a:solidFill>
                  <a:srgbClr val="003366"/>
                </a:solidFill>
                <a:latin typeface="Times New Roman"/>
                <a:cs typeface="Times New Roman"/>
              </a:rPr>
              <a:t>block</a:t>
            </a:r>
            <a:endParaRPr sz="352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51460" y="2266798"/>
            <a:ext cx="9167813" cy="3527425"/>
            <a:chOff x="228600" y="1956816"/>
            <a:chExt cx="8334375" cy="3206750"/>
          </a:xfrm>
        </p:grpSpPr>
        <p:sp>
          <p:nvSpPr>
            <p:cNvPr id="3" name="object 3"/>
            <p:cNvSpPr/>
            <p:nvPr/>
          </p:nvSpPr>
          <p:spPr>
            <a:xfrm>
              <a:off x="533400" y="2057400"/>
              <a:ext cx="8001000" cy="28956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33400" y="2057400"/>
              <a:ext cx="8001000" cy="2895600"/>
            </a:xfrm>
            <a:custGeom>
              <a:avLst/>
              <a:gdLst/>
              <a:ahLst/>
              <a:cxnLst/>
              <a:rect l="l" t="t" r="r" b="b"/>
              <a:pathLst>
                <a:path w="8001000" h="2895600">
                  <a:moveTo>
                    <a:pt x="0" y="2895600"/>
                  </a:moveTo>
                  <a:lnTo>
                    <a:pt x="8001000" y="2895600"/>
                  </a:lnTo>
                  <a:lnTo>
                    <a:pt x="8001000" y="0"/>
                  </a:lnTo>
                  <a:lnTo>
                    <a:pt x="0" y="0"/>
                  </a:lnTo>
                  <a:lnTo>
                    <a:pt x="0" y="2895600"/>
                  </a:lnTo>
                  <a:close/>
                </a:path>
              </a:pathLst>
            </a:custGeom>
            <a:ln w="57150">
              <a:solidFill>
                <a:srgbClr val="FF33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121407" y="1956816"/>
              <a:ext cx="4969764" cy="1011936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369820" y="2505456"/>
              <a:ext cx="4474463" cy="1011936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437132" y="3054096"/>
              <a:ext cx="6341364" cy="1011935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842516" y="3602736"/>
              <a:ext cx="5527548" cy="1011936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414016" y="4151376"/>
              <a:ext cx="4384548" cy="1011936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/>
          <p:nvPr/>
        </p:nvSpPr>
        <p:spPr>
          <a:xfrm>
            <a:off x="502920" y="1539240"/>
            <a:ext cx="2263140" cy="76136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20B79EFB-05FE-D44D-BC83-5C0696056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760975" y="564676"/>
            <a:ext cx="1924507" cy="74767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870361" y="623488"/>
            <a:ext cx="1723898" cy="445058"/>
          </a:xfrm>
          <a:prstGeom prst="rect">
            <a:avLst/>
          </a:prstGeom>
          <a:ln w="38100">
            <a:solidFill>
              <a:srgbClr val="FF3300"/>
            </a:solidFill>
          </a:ln>
        </p:spPr>
        <p:txBody>
          <a:bodyPr vert="horz" wrap="square" lIns="0" tIns="38418" rIns="0" bIns="0" rtlCol="0">
            <a:spAutoFit/>
          </a:bodyPr>
          <a:lstStyle/>
          <a:p>
            <a:pPr marL="101283">
              <a:spcBef>
                <a:spcPts val="303"/>
              </a:spcBef>
            </a:pPr>
            <a:r>
              <a:rPr sz="2640" b="1" i="1" dirty="0">
                <a:solidFill>
                  <a:srgbClr val="003366"/>
                </a:solidFill>
                <a:latin typeface="Times New Roman"/>
                <a:cs typeface="Times New Roman"/>
              </a:rPr>
              <a:t>Example</a:t>
            </a:r>
            <a:r>
              <a:rPr sz="2640" b="1" i="1" spc="-66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640" b="1" i="1" dirty="0">
                <a:solidFill>
                  <a:srgbClr val="003366"/>
                </a:solidFill>
                <a:latin typeface="Times New Roman"/>
                <a:cs typeface="Times New Roman"/>
              </a:rPr>
              <a:t>8</a:t>
            </a:r>
            <a:endParaRPr sz="264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219499" y="3701218"/>
            <a:ext cx="2152497" cy="98907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395381" y="3791256"/>
            <a:ext cx="1807718" cy="579069"/>
          </a:xfrm>
          <a:prstGeom prst="rect">
            <a:avLst/>
          </a:prstGeom>
          <a:ln w="38100">
            <a:solidFill>
              <a:srgbClr val="FF3300"/>
            </a:solidFill>
          </a:ln>
        </p:spPr>
        <p:txBody>
          <a:bodyPr vert="horz" wrap="square" lIns="0" tIns="37021" rIns="0" bIns="0" rtlCol="0">
            <a:spAutoFit/>
          </a:bodyPr>
          <a:lstStyle/>
          <a:p>
            <a:pPr marL="101283">
              <a:spcBef>
                <a:spcPts val="292"/>
              </a:spcBef>
            </a:pPr>
            <a:r>
              <a:rPr sz="3520" b="1" i="1" dirty="0">
                <a:solidFill>
                  <a:srgbClr val="003366"/>
                </a:solidFill>
                <a:latin typeface="Times New Roman"/>
                <a:cs typeface="Times New Roman"/>
              </a:rPr>
              <a:t>Solution</a:t>
            </a:r>
            <a:endParaRPr sz="3520" dirty="0">
              <a:latin typeface="Times New Roman"/>
              <a:cs typeface="Times New Roman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856264" y="1409370"/>
            <a:ext cx="7734491" cy="2277110"/>
            <a:chOff x="1687512" y="1479613"/>
            <a:chExt cx="7031355" cy="2070100"/>
          </a:xfrm>
        </p:grpSpPr>
        <p:sp>
          <p:nvSpPr>
            <p:cNvPr id="7" name="object 7"/>
            <p:cNvSpPr/>
            <p:nvPr/>
          </p:nvSpPr>
          <p:spPr>
            <a:xfrm>
              <a:off x="1821053" y="1484375"/>
              <a:ext cx="6892925" cy="2060575"/>
            </a:xfrm>
            <a:custGeom>
              <a:avLst/>
              <a:gdLst/>
              <a:ahLst/>
              <a:cxnLst/>
              <a:rect l="l" t="t" r="r" b="b"/>
              <a:pathLst>
                <a:path w="6892925" h="2060575">
                  <a:moveTo>
                    <a:pt x="6763893" y="0"/>
                  </a:moveTo>
                  <a:lnTo>
                    <a:pt x="257556" y="0"/>
                  </a:lnTo>
                  <a:lnTo>
                    <a:pt x="207430" y="10120"/>
                  </a:lnTo>
                  <a:lnTo>
                    <a:pt x="166497" y="37719"/>
                  </a:lnTo>
                  <a:lnTo>
                    <a:pt x="138898" y="78652"/>
                  </a:lnTo>
                  <a:lnTo>
                    <a:pt x="128778" y="128777"/>
                  </a:lnTo>
                  <a:lnTo>
                    <a:pt x="128778" y="1802891"/>
                  </a:lnTo>
                  <a:lnTo>
                    <a:pt x="0" y="1802891"/>
                  </a:lnTo>
                  <a:lnTo>
                    <a:pt x="25062" y="1807952"/>
                  </a:lnTo>
                  <a:lnTo>
                    <a:pt x="45529" y="1821751"/>
                  </a:lnTo>
                  <a:lnTo>
                    <a:pt x="59328" y="1842218"/>
                  </a:lnTo>
                  <a:lnTo>
                    <a:pt x="64389" y="1867281"/>
                  </a:lnTo>
                  <a:lnTo>
                    <a:pt x="59328" y="1892343"/>
                  </a:lnTo>
                  <a:lnTo>
                    <a:pt x="45529" y="1912810"/>
                  </a:lnTo>
                  <a:lnTo>
                    <a:pt x="25062" y="1926609"/>
                  </a:lnTo>
                  <a:lnTo>
                    <a:pt x="0" y="1931670"/>
                  </a:lnTo>
                  <a:lnTo>
                    <a:pt x="128778" y="1931670"/>
                  </a:lnTo>
                  <a:lnTo>
                    <a:pt x="118657" y="1981815"/>
                  </a:lnTo>
                  <a:lnTo>
                    <a:pt x="91059" y="2022792"/>
                  </a:lnTo>
                  <a:lnTo>
                    <a:pt x="50125" y="2050434"/>
                  </a:lnTo>
                  <a:lnTo>
                    <a:pt x="0" y="2060575"/>
                  </a:lnTo>
                  <a:lnTo>
                    <a:pt x="6506337" y="2060575"/>
                  </a:lnTo>
                  <a:lnTo>
                    <a:pt x="6556462" y="2050434"/>
                  </a:lnTo>
                  <a:lnTo>
                    <a:pt x="6597395" y="2022792"/>
                  </a:lnTo>
                  <a:lnTo>
                    <a:pt x="6624994" y="1981815"/>
                  </a:lnTo>
                  <a:lnTo>
                    <a:pt x="6635115" y="1931670"/>
                  </a:lnTo>
                  <a:lnTo>
                    <a:pt x="6635115" y="257556"/>
                  </a:lnTo>
                  <a:lnTo>
                    <a:pt x="257556" y="257556"/>
                  </a:lnTo>
                  <a:lnTo>
                    <a:pt x="232493" y="252495"/>
                  </a:lnTo>
                  <a:lnTo>
                    <a:pt x="212026" y="238696"/>
                  </a:lnTo>
                  <a:lnTo>
                    <a:pt x="198227" y="218229"/>
                  </a:lnTo>
                  <a:lnTo>
                    <a:pt x="193167" y="193166"/>
                  </a:lnTo>
                  <a:lnTo>
                    <a:pt x="198227" y="168104"/>
                  </a:lnTo>
                  <a:lnTo>
                    <a:pt x="212026" y="147637"/>
                  </a:lnTo>
                  <a:lnTo>
                    <a:pt x="232493" y="133838"/>
                  </a:lnTo>
                  <a:lnTo>
                    <a:pt x="257556" y="128777"/>
                  </a:lnTo>
                  <a:lnTo>
                    <a:pt x="6892798" y="128777"/>
                  </a:lnTo>
                  <a:lnTo>
                    <a:pt x="6882657" y="78652"/>
                  </a:lnTo>
                  <a:lnTo>
                    <a:pt x="6855015" y="37719"/>
                  </a:lnTo>
                  <a:lnTo>
                    <a:pt x="6814038" y="10120"/>
                  </a:lnTo>
                  <a:lnTo>
                    <a:pt x="6763893" y="0"/>
                  </a:lnTo>
                  <a:close/>
                </a:path>
                <a:path w="6892925" h="2060575">
                  <a:moveTo>
                    <a:pt x="6892798" y="128777"/>
                  </a:moveTo>
                  <a:lnTo>
                    <a:pt x="386334" y="128777"/>
                  </a:lnTo>
                  <a:lnTo>
                    <a:pt x="376213" y="178903"/>
                  </a:lnTo>
                  <a:lnTo>
                    <a:pt x="348615" y="219837"/>
                  </a:lnTo>
                  <a:lnTo>
                    <a:pt x="307681" y="247435"/>
                  </a:lnTo>
                  <a:lnTo>
                    <a:pt x="257556" y="257556"/>
                  </a:lnTo>
                  <a:lnTo>
                    <a:pt x="6763893" y="257556"/>
                  </a:lnTo>
                  <a:lnTo>
                    <a:pt x="6814038" y="247435"/>
                  </a:lnTo>
                  <a:lnTo>
                    <a:pt x="6855015" y="219837"/>
                  </a:lnTo>
                  <a:lnTo>
                    <a:pt x="6882657" y="178903"/>
                  </a:lnTo>
                  <a:lnTo>
                    <a:pt x="6892798" y="128777"/>
                  </a:lnTo>
                  <a:close/>
                </a:path>
              </a:pathLst>
            </a:custGeom>
            <a:solidFill>
              <a:srgbClr val="66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692275" y="1613153"/>
              <a:ext cx="515620" cy="1932305"/>
            </a:xfrm>
            <a:custGeom>
              <a:avLst/>
              <a:gdLst/>
              <a:ahLst/>
              <a:cxnLst/>
              <a:rect l="l" t="t" r="r" b="b"/>
              <a:pathLst>
                <a:path w="515619" h="1932304">
                  <a:moveTo>
                    <a:pt x="515112" y="0"/>
                  </a:moveTo>
                  <a:lnTo>
                    <a:pt x="386333" y="0"/>
                  </a:lnTo>
                  <a:lnTo>
                    <a:pt x="361271" y="5060"/>
                  </a:lnTo>
                  <a:lnTo>
                    <a:pt x="340804" y="18859"/>
                  </a:lnTo>
                  <a:lnTo>
                    <a:pt x="327005" y="39326"/>
                  </a:lnTo>
                  <a:lnTo>
                    <a:pt x="321944" y="64388"/>
                  </a:lnTo>
                  <a:lnTo>
                    <a:pt x="327005" y="89451"/>
                  </a:lnTo>
                  <a:lnTo>
                    <a:pt x="340804" y="109918"/>
                  </a:lnTo>
                  <a:lnTo>
                    <a:pt x="361271" y="123717"/>
                  </a:lnTo>
                  <a:lnTo>
                    <a:pt x="386333" y="128778"/>
                  </a:lnTo>
                  <a:lnTo>
                    <a:pt x="436459" y="118657"/>
                  </a:lnTo>
                  <a:lnTo>
                    <a:pt x="477393" y="91059"/>
                  </a:lnTo>
                  <a:lnTo>
                    <a:pt x="504991" y="50125"/>
                  </a:lnTo>
                  <a:lnTo>
                    <a:pt x="515112" y="0"/>
                  </a:lnTo>
                  <a:close/>
                </a:path>
                <a:path w="515619" h="1932304">
                  <a:moveTo>
                    <a:pt x="128777" y="1674114"/>
                  </a:moveTo>
                  <a:lnTo>
                    <a:pt x="78652" y="1684234"/>
                  </a:lnTo>
                  <a:lnTo>
                    <a:pt x="37718" y="1711832"/>
                  </a:lnTo>
                  <a:lnTo>
                    <a:pt x="10120" y="1752766"/>
                  </a:lnTo>
                  <a:lnTo>
                    <a:pt x="0" y="1802892"/>
                  </a:lnTo>
                  <a:lnTo>
                    <a:pt x="10120" y="1853037"/>
                  </a:lnTo>
                  <a:lnTo>
                    <a:pt x="37718" y="1894014"/>
                  </a:lnTo>
                  <a:lnTo>
                    <a:pt x="78652" y="1921656"/>
                  </a:lnTo>
                  <a:lnTo>
                    <a:pt x="128777" y="1931797"/>
                  </a:lnTo>
                  <a:lnTo>
                    <a:pt x="178903" y="1921656"/>
                  </a:lnTo>
                  <a:lnTo>
                    <a:pt x="219836" y="1894014"/>
                  </a:lnTo>
                  <a:lnTo>
                    <a:pt x="247435" y="1853037"/>
                  </a:lnTo>
                  <a:lnTo>
                    <a:pt x="257556" y="1802892"/>
                  </a:lnTo>
                  <a:lnTo>
                    <a:pt x="128777" y="1802892"/>
                  </a:lnTo>
                  <a:lnTo>
                    <a:pt x="153840" y="1797831"/>
                  </a:lnTo>
                  <a:lnTo>
                    <a:pt x="174307" y="1784032"/>
                  </a:lnTo>
                  <a:lnTo>
                    <a:pt x="188106" y="1763565"/>
                  </a:lnTo>
                  <a:lnTo>
                    <a:pt x="193167" y="1738503"/>
                  </a:lnTo>
                  <a:lnTo>
                    <a:pt x="188106" y="1713440"/>
                  </a:lnTo>
                  <a:lnTo>
                    <a:pt x="174307" y="1692973"/>
                  </a:lnTo>
                  <a:lnTo>
                    <a:pt x="153840" y="1679174"/>
                  </a:lnTo>
                  <a:lnTo>
                    <a:pt x="128777" y="1674114"/>
                  </a:lnTo>
                  <a:close/>
                </a:path>
              </a:pathLst>
            </a:custGeom>
            <a:solidFill>
              <a:srgbClr val="52A3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692275" y="1484375"/>
              <a:ext cx="7021830" cy="2060575"/>
            </a:xfrm>
            <a:custGeom>
              <a:avLst/>
              <a:gdLst/>
              <a:ahLst/>
              <a:cxnLst/>
              <a:rect l="l" t="t" r="r" b="b"/>
              <a:pathLst>
                <a:path w="7021830" h="2060575">
                  <a:moveTo>
                    <a:pt x="257556" y="1802891"/>
                  </a:moveTo>
                  <a:lnTo>
                    <a:pt x="257556" y="128777"/>
                  </a:lnTo>
                  <a:lnTo>
                    <a:pt x="267676" y="78652"/>
                  </a:lnTo>
                  <a:lnTo>
                    <a:pt x="295275" y="37719"/>
                  </a:lnTo>
                  <a:lnTo>
                    <a:pt x="336208" y="10120"/>
                  </a:lnTo>
                  <a:lnTo>
                    <a:pt x="386333" y="0"/>
                  </a:lnTo>
                  <a:lnTo>
                    <a:pt x="6892671" y="0"/>
                  </a:lnTo>
                  <a:lnTo>
                    <a:pt x="6942816" y="10120"/>
                  </a:lnTo>
                  <a:lnTo>
                    <a:pt x="6983793" y="37719"/>
                  </a:lnTo>
                  <a:lnTo>
                    <a:pt x="7011435" y="78652"/>
                  </a:lnTo>
                  <a:lnTo>
                    <a:pt x="7021576" y="128777"/>
                  </a:lnTo>
                  <a:lnTo>
                    <a:pt x="7011435" y="178903"/>
                  </a:lnTo>
                  <a:lnTo>
                    <a:pt x="6983793" y="219837"/>
                  </a:lnTo>
                  <a:lnTo>
                    <a:pt x="6942816" y="247435"/>
                  </a:lnTo>
                  <a:lnTo>
                    <a:pt x="6892671" y="257556"/>
                  </a:lnTo>
                  <a:lnTo>
                    <a:pt x="6763893" y="257556"/>
                  </a:lnTo>
                  <a:lnTo>
                    <a:pt x="6763893" y="1931670"/>
                  </a:lnTo>
                  <a:lnTo>
                    <a:pt x="6753772" y="1981815"/>
                  </a:lnTo>
                  <a:lnTo>
                    <a:pt x="6726174" y="2022792"/>
                  </a:lnTo>
                  <a:lnTo>
                    <a:pt x="6685240" y="2050434"/>
                  </a:lnTo>
                  <a:lnTo>
                    <a:pt x="6635115" y="2060575"/>
                  </a:lnTo>
                  <a:lnTo>
                    <a:pt x="128777" y="2060575"/>
                  </a:lnTo>
                  <a:lnTo>
                    <a:pt x="78652" y="2050434"/>
                  </a:lnTo>
                  <a:lnTo>
                    <a:pt x="37718" y="2022792"/>
                  </a:lnTo>
                  <a:lnTo>
                    <a:pt x="10120" y="1981815"/>
                  </a:lnTo>
                  <a:lnTo>
                    <a:pt x="0" y="1931670"/>
                  </a:lnTo>
                  <a:lnTo>
                    <a:pt x="10120" y="1881544"/>
                  </a:lnTo>
                  <a:lnTo>
                    <a:pt x="37718" y="1840610"/>
                  </a:lnTo>
                  <a:lnTo>
                    <a:pt x="78652" y="1813012"/>
                  </a:lnTo>
                  <a:lnTo>
                    <a:pt x="128777" y="1802891"/>
                  </a:lnTo>
                  <a:lnTo>
                    <a:pt x="257556" y="1802891"/>
                  </a:lnTo>
                  <a:close/>
                </a:path>
                <a:path w="7021830" h="2060575">
                  <a:moveTo>
                    <a:pt x="386333" y="0"/>
                  </a:moveTo>
                  <a:lnTo>
                    <a:pt x="436459" y="10120"/>
                  </a:lnTo>
                  <a:lnTo>
                    <a:pt x="477393" y="37719"/>
                  </a:lnTo>
                  <a:lnTo>
                    <a:pt x="504991" y="78652"/>
                  </a:lnTo>
                  <a:lnTo>
                    <a:pt x="515112" y="128777"/>
                  </a:lnTo>
                  <a:lnTo>
                    <a:pt x="504991" y="178903"/>
                  </a:lnTo>
                  <a:lnTo>
                    <a:pt x="477393" y="219837"/>
                  </a:lnTo>
                  <a:lnTo>
                    <a:pt x="436459" y="247435"/>
                  </a:lnTo>
                  <a:lnTo>
                    <a:pt x="386333" y="257556"/>
                  </a:lnTo>
                  <a:lnTo>
                    <a:pt x="361271" y="252495"/>
                  </a:lnTo>
                  <a:lnTo>
                    <a:pt x="340804" y="238696"/>
                  </a:lnTo>
                  <a:lnTo>
                    <a:pt x="327005" y="218229"/>
                  </a:lnTo>
                  <a:lnTo>
                    <a:pt x="321944" y="193166"/>
                  </a:lnTo>
                  <a:lnTo>
                    <a:pt x="327005" y="168104"/>
                  </a:lnTo>
                  <a:lnTo>
                    <a:pt x="340804" y="147637"/>
                  </a:lnTo>
                  <a:lnTo>
                    <a:pt x="361271" y="133838"/>
                  </a:lnTo>
                  <a:lnTo>
                    <a:pt x="386333" y="128777"/>
                  </a:lnTo>
                  <a:lnTo>
                    <a:pt x="515112" y="128777"/>
                  </a:lnTo>
                </a:path>
                <a:path w="7021830" h="2060575">
                  <a:moveTo>
                    <a:pt x="6763893" y="257556"/>
                  </a:moveTo>
                  <a:lnTo>
                    <a:pt x="386333" y="257556"/>
                  </a:lnTo>
                </a:path>
              </a:pathLst>
            </a:custGeom>
            <a:ln w="9525">
              <a:solidFill>
                <a:srgbClr val="0033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816290" y="3282505"/>
              <a:ext cx="138303" cy="138303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821053" y="3287268"/>
              <a:ext cx="128905" cy="257810"/>
            </a:xfrm>
            <a:custGeom>
              <a:avLst/>
              <a:gdLst/>
              <a:ahLst/>
              <a:cxnLst/>
              <a:rect l="l" t="t" r="r" b="b"/>
              <a:pathLst>
                <a:path w="128905" h="257810">
                  <a:moveTo>
                    <a:pt x="0" y="257683"/>
                  </a:moveTo>
                  <a:lnTo>
                    <a:pt x="50125" y="247542"/>
                  </a:lnTo>
                  <a:lnTo>
                    <a:pt x="91059" y="219900"/>
                  </a:lnTo>
                  <a:lnTo>
                    <a:pt x="118657" y="178923"/>
                  </a:lnTo>
                  <a:lnTo>
                    <a:pt x="128778" y="128778"/>
                  </a:lnTo>
                  <a:lnTo>
                    <a:pt x="128778" y="0"/>
                  </a:lnTo>
                </a:path>
              </a:pathLst>
            </a:custGeom>
            <a:ln w="9525">
              <a:solidFill>
                <a:srgbClr val="0033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2151660" y="1993386"/>
            <a:ext cx="7144957" cy="826637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3970" marR="5588" indent="34925">
              <a:spcBef>
                <a:spcPts val="110"/>
              </a:spcBef>
            </a:pPr>
            <a:r>
              <a:rPr sz="2640" spc="-6" dirty="0">
                <a:solidFill>
                  <a:srgbClr val="003366"/>
                </a:solidFill>
                <a:latin typeface="Arial"/>
                <a:cs typeface="Arial"/>
              </a:rPr>
              <a:t>Given </a:t>
            </a:r>
            <a:r>
              <a:rPr sz="2640" dirty="0">
                <a:solidFill>
                  <a:srgbClr val="003366"/>
                </a:solidFill>
                <a:latin typeface="Arial"/>
                <a:cs typeface="Arial"/>
              </a:rPr>
              <a:t>the </a:t>
            </a:r>
            <a:r>
              <a:rPr sz="2640" spc="-6" dirty="0">
                <a:solidFill>
                  <a:srgbClr val="003366"/>
                </a:solidFill>
                <a:latin typeface="Arial"/>
                <a:cs typeface="Arial"/>
              </a:rPr>
              <a:t>network address 132.21.0.0, find </a:t>
            </a:r>
            <a:r>
              <a:rPr sz="2640" dirty="0">
                <a:solidFill>
                  <a:srgbClr val="003366"/>
                </a:solidFill>
                <a:latin typeface="Arial"/>
                <a:cs typeface="Arial"/>
              </a:rPr>
              <a:t>the  </a:t>
            </a:r>
            <a:r>
              <a:rPr sz="2640" spc="-6" dirty="0">
                <a:solidFill>
                  <a:srgbClr val="003366"/>
                </a:solidFill>
                <a:latin typeface="Arial"/>
                <a:cs typeface="Arial"/>
              </a:rPr>
              <a:t>class, </a:t>
            </a:r>
            <a:r>
              <a:rPr sz="2640" dirty="0">
                <a:solidFill>
                  <a:srgbClr val="003366"/>
                </a:solidFill>
                <a:latin typeface="Arial"/>
                <a:cs typeface="Arial"/>
              </a:rPr>
              <a:t>the </a:t>
            </a:r>
            <a:r>
              <a:rPr sz="2640" spc="-6" dirty="0">
                <a:solidFill>
                  <a:srgbClr val="003366"/>
                </a:solidFill>
                <a:latin typeface="Arial"/>
                <a:cs typeface="Arial"/>
              </a:rPr>
              <a:t>block, and </a:t>
            </a:r>
            <a:r>
              <a:rPr sz="2640" dirty="0">
                <a:solidFill>
                  <a:srgbClr val="003366"/>
                </a:solidFill>
                <a:latin typeface="Arial"/>
                <a:cs typeface="Arial"/>
              </a:rPr>
              <a:t>the </a:t>
            </a:r>
            <a:r>
              <a:rPr sz="2640" spc="-6" dirty="0">
                <a:solidFill>
                  <a:srgbClr val="003366"/>
                </a:solidFill>
                <a:latin typeface="Arial"/>
                <a:cs typeface="Arial"/>
              </a:rPr>
              <a:t>range </a:t>
            </a:r>
            <a:r>
              <a:rPr sz="2640" dirty="0">
                <a:solidFill>
                  <a:srgbClr val="003366"/>
                </a:solidFill>
                <a:latin typeface="Arial"/>
                <a:cs typeface="Arial"/>
              </a:rPr>
              <a:t>of the</a:t>
            </a:r>
            <a:r>
              <a:rPr sz="2640" spc="17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640" spc="-6" dirty="0">
                <a:solidFill>
                  <a:srgbClr val="003366"/>
                </a:solidFill>
                <a:latin typeface="Arial"/>
                <a:cs typeface="Arial"/>
              </a:rPr>
              <a:t>addresses</a:t>
            </a:r>
            <a:endParaRPr sz="2640" dirty="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697425" y="4578744"/>
            <a:ext cx="7734491" cy="2752090"/>
            <a:chOff x="1543113" y="4360862"/>
            <a:chExt cx="7031355" cy="2501900"/>
          </a:xfrm>
        </p:grpSpPr>
        <p:sp>
          <p:nvSpPr>
            <p:cNvPr id="14" name="object 14"/>
            <p:cNvSpPr/>
            <p:nvPr/>
          </p:nvSpPr>
          <p:spPr>
            <a:xfrm>
              <a:off x="1703577" y="4365625"/>
              <a:ext cx="6866255" cy="2492375"/>
            </a:xfrm>
            <a:custGeom>
              <a:avLst/>
              <a:gdLst/>
              <a:ahLst/>
              <a:cxnLst/>
              <a:rect l="l" t="t" r="r" b="b"/>
              <a:pathLst>
                <a:path w="6866255" h="2492375">
                  <a:moveTo>
                    <a:pt x="6709918" y="0"/>
                  </a:moveTo>
                  <a:lnTo>
                    <a:pt x="311531" y="0"/>
                  </a:lnTo>
                  <a:lnTo>
                    <a:pt x="262322" y="7940"/>
                  </a:lnTo>
                  <a:lnTo>
                    <a:pt x="219580" y="30053"/>
                  </a:lnTo>
                  <a:lnTo>
                    <a:pt x="185874" y="63779"/>
                  </a:lnTo>
                  <a:lnTo>
                    <a:pt x="163768" y="106558"/>
                  </a:lnTo>
                  <a:lnTo>
                    <a:pt x="155829" y="155829"/>
                  </a:lnTo>
                  <a:lnTo>
                    <a:pt x="155829" y="2180831"/>
                  </a:lnTo>
                  <a:lnTo>
                    <a:pt x="0" y="2180831"/>
                  </a:lnTo>
                  <a:lnTo>
                    <a:pt x="30327" y="2186950"/>
                  </a:lnTo>
                  <a:lnTo>
                    <a:pt x="55070" y="2203640"/>
                  </a:lnTo>
                  <a:lnTo>
                    <a:pt x="71741" y="2228397"/>
                  </a:lnTo>
                  <a:lnTo>
                    <a:pt x="77851" y="2258720"/>
                  </a:lnTo>
                  <a:lnTo>
                    <a:pt x="71741" y="2289035"/>
                  </a:lnTo>
                  <a:lnTo>
                    <a:pt x="55070" y="2313789"/>
                  </a:lnTo>
                  <a:lnTo>
                    <a:pt x="30327" y="2330477"/>
                  </a:lnTo>
                  <a:lnTo>
                    <a:pt x="0" y="2336596"/>
                  </a:lnTo>
                  <a:lnTo>
                    <a:pt x="155829" y="2336596"/>
                  </a:lnTo>
                  <a:lnTo>
                    <a:pt x="147876" y="2385835"/>
                  </a:lnTo>
                  <a:lnTo>
                    <a:pt x="125739" y="2428598"/>
                  </a:lnTo>
                  <a:lnTo>
                    <a:pt x="91994" y="2462319"/>
                  </a:lnTo>
                  <a:lnTo>
                    <a:pt x="49222" y="2484433"/>
                  </a:lnTo>
                  <a:lnTo>
                    <a:pt x="0" y="2492374"/>
                  </a:lnTo>
                  <a:lnTo>
                    <a:pt x="6398387" y="2492374"/>
                  </a:lnTo>
                  <a:lnTo>
                    <a:pt x="6447657" y="2484433"/>
                  </a:lnTo>
                  <a:lnTo>
                    <a:pt x="6490436" y="2462319"/>
                  </a:lnTo>
                  <a:lnTo>
                    <a:pt x="6524162" y="2428598"/>
                  </a:lnTo>
                  <a:lnTo>
                    <a:pt x="6546275" y="2385835"/>
                  </a:lnTo>
                  <a:lnTo>
                    <a:pt x="6554216" y="2336596"/>
                  </a:lnTo>
                  <a:lnTo>
                    <a:pt x="6554216" y="311531"/>
                  </a:lnTo>
                  <a:lnTo>
                    <a:pt x="311531" y="311531"/>
                  </a:lnTo>
                  <a:lnTo>
                    <a:pt x="281203" y="305421"/>
                  </a:lnTo>
                  <a:lnTo>
                    <a:pt x="256460" y="288750"/>
                  </a:lnTo>
                  <a:lnTo>
                    <a:pt x="239789" y="264007"/>
                  </a:lnTo>
                  <a:lnTo>
                    <a:pt x="233680" y="233680"/>
                  </a:lnTo>
                  <a:lnTo>
                    <a:pt x="239789" y="203352"/>
                  </a:lnTo>
                  <a:lnTo>
                    <a:pt x="256460" y="178609"/>
                  </a:lnTo>
                  <a:lnTo>
                    <a:pt x="281203" y="161938"/>
                  </a:lnTo>
                  <a:lnTo>
                    <a:pt x="311531" y="155829"/>
                  </a:lnTo>
                  <a:lnTo>
                    <a:pt x="6865747" y="155829"/>
                  </a:lnTo>
                  <a:lnTo>
                    <a:pt x="6857806" y="106558"/>
                  </a:lnTo>
                  <a:lnTo>
                    <a:pt x="6835693" y="63779"/>
                  </a:lnTo>
                  <a:lnTo>
                    <a:pt x="6801967" y="30053"/>
                  </a:lnTo>
                  <a:lnTo>
                    <a:pt x="6759188" y="7940"/>
                  </a:lnTo>
                  <a:lnTo>
                    <a:pt x="6709918" y="0"/>
                  </a:lnTo>
                  <a:close/>
                </a:path>
                <a:path w="6866255" h="2492375">
                  <a:moveTo>
                    <a:pt x="6865747" y="155829"/>
                  </a:moveTo>
                  <a:lnTo>
                    <a:pt x="467360" y="155829"/>
                  </a:lnTo>
                  <a:lnTo>
                    <a:pt x="459419" y="205037"/>
                  </a:lnTo>
                  <a:lnTo>
                    <a:pt x="437306" y="247779"/>
                  </a:lnTo>
                  <a:lnTo>
                    <a:pt x="403580" y="281485"/>
                  </a:lnTo>
                  <a:lnTo>
                    <a:pt x="360801" y="303591"/>
                  </a:lnTo>
                  <a:lnTo>
                    <a:pt x="311531" y="311531"/>
                  </a:lnTo>
                  <a:lnTo>
                    <a:pt x="6709918" y="311531"/>
                  </a:lnTo>
                  <a:lnTo>
                    <a:pt x="6759188" y="303591"/>
                  </a:lnTo>
                  <a:lnTo>
                    <a:pt x="6801967" y="281485"/>
                  </a:lnTo>
                  <a:lnTo>
                    <a:pt x="6835693" y="247779"/>
                  </a:lnTo>
                  <a:lnTo>
                    <a:pt x="6857806" y="205037"/>
                  </a:lnTo>
                  <a:lnTo>
                    <a:pt x="6865747" y="155829"/>
                  </a:lnTo>
                  <a:close/>
                </a:path>
              </a:pathLst>
            </a:custGeom>
            <a:solidFill>
              <a:srgbClr val="66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547875" y="4521454"/>
              <a:ext cx="623570" cy="2336800"/>
            </a:xfrm>
            <a:custGeom>
              <a:avLst/>
              <a:gdLst/>
              <a:ahLst/>
              <a:cxnLst/>
              <a:rect l="l" t="t" r="r" b="b"/>
              <a:pathLst>
                <a:path w="623569" h="2336800">
                  <a:moveTo>
                    <a:pt x="623062" y="0"/>
                  </a:moveTo>
                  <a:lnTo>
                    <a:pt x="467232" y="0"/>
                  </a:lnTo>
                  <a:lnTo>
                    <a:pt x="436905" y="6109"/>
                  </a:lnTo>
                  <a:lnTo>
                    <a:pt x="412162" y="22780"/>
                  </a:lnTo>
                  <a:lnTo>
                    <a:pt x="395491" y="47523"/>
                  </a:lnTo>
                  <a:lnTo>
                    <a:pt x="389381" y="77851"/>
                  </a:lnTo>
                  <a:lnTo>
                    <a:pt x="395491" y="108178"/>
                  </a:lnTo>
                  <a:lnTo>
                    <a:pt x="412162" y="132921"/>
                  </a:lnTo>
                  <a:lnTo>
                    <a:pt x="436905" y="149592"/>
                  </a:lnTo>
                  <a:lnTo>
                    <a:pt x="467232" y="155702"/>
                  </a:lnTo>
                  <a:lnTo>
                    <a:pt x="516503" y="147762"/>
                  </a:lnTo>
                  <a:lnTo>
                    <a:pt x="559282" y="125656"/>
                  </a:lnTo>
                  <a:lnTo>
                    <a:pt x="593008" y="91950"/>
                  </a:lnTo>
                  <a:lnTo>
                    <a:pt x="615121" y="49208"/>
                  </a:lnTo>
                  <a:lnTo>
                    <a:pt x="623062" y="0"/>
                  </a:lnTo>
                  <a:close/>
                </a:path>
                <a:path w="623569" h="2336800">
                  <a:moveTo>
                    <a:pt x="155701" y="2025002"/>
                  </a:moveTo>
                  <a:lnTo>
                    <a:pt x="106493" y="2032943"/>
                  </a:lnTo>
                  <a:lnTo>
                    <a:pt x="63751" y="2055055"/>
                  </a:lnTo>
                  <a:lnTo>
                    <a:pt x="30045" y="2088773"/>
                  </a:lnTo>
                  <a:lnTo>
                    <a:pt x="7939" y="2131532"/>
                  </a:lnTo>
                  <a:lnTo>
                    <a:pt x="0" y="2180767"/>
                  </a:lnTo>
                  <a:lnTo>
                    <a:pt x="7939" y="2230006"/>
                  </a:lnTo>
                  <a:lnTo>
                    <a:pt x="30045" y="2272769"/>
                  </a:lnTo>
                  <a:lnTo>
                    <a:pt x="63751" y="2306490"/>
                  </a:lnTo>
                  <a:lnTo>
                    <a:pt x="106493" y="2328604"/>
                  </a:lnTo>
                  <a:lnTo>
                    <a:pt x="155701" y="2336545"/>
                  </a:lnTo>
                  <a:lnTo>
                    <a:pt x="204924" y="2328604"/>
                  </a:lnTo>
                  <a:lnTo>
                    <a:pt x="247696" y="2306490"/>
                  </a:lnTo>
                  <a:lnTo>
                    <a:pt x="281441" y="2272769"/>
                  </a:lnTo>
                  <a:lnTo>
                    <a:pt x="303578" y="2230006"/>
                  </a:lnTo>
                  <a:lnTo>
                    <a:pt x="311531" y="2180767"/>
                  </a:lnTo>
                  <a:lnTo>
                    <a:pt x="155701" y="2180767"/>
                  </a:lnTo>
                  <a:lnTo>
                    <a:pt x="186029" y="2174648"/>
                  </a:lnTo>
                  <a:lnTo>
                    <a:pt x="210772" y="2157960"/>
                  </a:lnTo>
                  <a:lnTo>
                    <a:pt x="227443" y="2133206"/>
                  </a:lnTo>
                  <a:lnTo>
                    <a:pt x="233553" y="2102891"/>
                  </a:lnTo>
                  <a:lnTo>
                    <a:pt x="227443" y="2072574"/>
                  </a:lnTo>
                  <a:lnTo>
                    <a:pt x="210772" y="2047816"/>
                  </a:lnTo>
                  <a:lnTo>
                    <a:pt x="186029" y="2031123"/>
                  </a:lnTo>
                  <a:lnTo>
                    <a:pt x="155701" y="2025002"/>
                  </a:lnTo>
                  <a:close/>
                </a:path>
              </a:pathLst>
            </a:custGeom>
            <a:solidFill>
              <a:srgbClr val="52A3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547875" y="4365625"/>
              <a:ext cx="7021830" cy="2492375"/>
            </a:xfrm>
            <a:custGeom>
              <a:avLst/>
              <a:gdLst/>
              <a:ahLst/>
              <a:cxnLst/>
              <a:rect l="l" t="t" r="r" b="b"/>
              <a:pathLst>
                <a:path w="7021830" h="2492375">
                  <a:moveTo>
                    <a:pt x="311531" y="2180831"/>
                  </a:moveTo>
                  <a:lnTo>
                    <a:pt x="311531" y="155829"/>
                  </a:lnTo>
                  <a:lnTo>
                    <a:pt x="319470" y="106558"/>
                  </a:lnTo>
                  <a:lnTo>
                    <a:pt x="341576" y="63779"/>
                  </a:lnTo>
                  <a:lnTo>
                    <a:pt x="375282" y="30053"/>
                  </a:lnTo>
                  <a:lnTo>
                    <a:pt x="418024" y="7940"/>
                  </a:lnTo>
                  <a:lnTo>
                    <a:pt x="467232" y="0"/>
                  </a:lnTo>
                  <a:lnTo>
                    <a:pt x="6865620" y="0"/>
                  </a:lnTo>
                  <a:lnTo>
                    <a:pt x="6914890" y="7940"/>
                  </a:lnTo>
                  <a:lnTo>
                    <a:pt x="6957669" y="30053"/>
                  </a:lnTo>
                  <a:lnTo>
                    <a:pt x="6991395" y="63779"/>
                  </a:lnTo>
                  <a:lnTo>
                    <a:pt x="7013508" y="106558"/>
                  </a:lnTo>
                  <a:lnTo>
                    <a:pt x="7021449" y="155829"/>
                  </a:lnTo>
                  <a:lnTo>
                    <a:pt x="7013508" y="205037"/>
                  </a:lnTo>
                  <a:lnTo>
                    <a:pt x="6991395" y="247779"/>
                  </a:lnTo>
                  <a:lnTo>
                    <a:pt x="6957669" y="281485"/>
                  </a:lnTo>
                  <a:lnTo>
                    <a:pt x="6914890" y="303591"/>
                  </a:lnTo>
                  <a:lnTo>
                    <a:pt x="6865620" y="311531"/>
                  </a:lnTo>
                  <a:lnTo>
                    <a:pt x="6709918" y="311531"/>
                  </a:lnTo>
                  <a:lnTo>
                    <a:pt x="6709918" y="2336596"/>
                  </a:lnTo>
                  <a:lnTo>
                    <a:pt x="6701977" y="2385835"/>
                  </a:lnTo>
                  <a:lnTo>
                    <a:pt x="6679864" y="2428598"/>
                  </a:lnTo>
                  <a:lnTo>
                    <a:pt x="6646138" y="2462319"/>
                  </a:lnTo>
                  <a:lnTo>
                    <a:pt x="6603359" y="2484433"/>
                  </a:lnTo>
                  <a:lnTo>
                    <a:pt x="6554089" y="2492374"/>
                  </a:lnTo>
                  <a:lnTo>
                    <a:pt x="155701" y="2492374"/>
                  </a:lnTo>
                  <a:lnTo>
                    <a:pt x="106493" y="2484433"/>
                  </a:lnTo>
                  <a:lnTo>
                    <a:pt x="63751" y="2462319"/>
                  </a:lnTo>
                  <a:lnTo>
                    <a:pt x="30045" y="2428598"/>
                  </a:lnTo>
                  <a:lnTo>
                    <a:pt x="7939" y="2385835"/>
                  </a:lnTo>
                  <a:lnTo>
                    <a:pt x="0" y="2336596"/>
                  </a:lnTo>
                  <a:lnTo>
                    <a:pt x="7939" y="2287361"/>
                  </a:lnTo>
                  <a:lnTo>
                    <a:pt x="30045" y="2244602"/>
                  </a:lnTo>
                  <a:lnTo>
                    <a:pt x="63751" y="2210884"/>
                  </a:lnTo>
                  <a:lnTo>
                    <a:pt x="106493" y="2188772"/>
                  </a:lnTo>
                  <a:lnTo>
                    <a:pt x="155701" y="2180831"/>
                  </a:lnTo>
                  <a:lnTo>
                    <a:pt x="311531" y="2180831"/>
                  </a:lnTo>
                  <a:close/>
                </a:path>
                <a:path w="7021830" h="2492375">
                  <a:moveTo>
                    <a:pt x="467232" y="0"/>
                  </a:moveTo>
                  <a:lnTo>
                    <a:pt x="516503" y="7940"/>
                  </a:lnTo>
                  <a:lnTo>
                    <a:pt x="559282" y="30053"/>
                  </a:lnTo>
                  <a:lnTo>
                    <a:pt x="593008" y="63779"/>
                  </a:lnTo>
                  <a:lnTo>
                    <a:pt x="615121" y="106558"/>
                  </a:lnTo>
                  <a:lnTo>
                    <a:pt x="623062" y="155829"/>
                  </a:lnTo>
                  <a:lnTo>
                    <a:pt x="615121" y="205037"/>
                  </a:lnTo>
                  <a:lnTo>
                    <a:pt x="593008" y="247779"/>
                  </a:lnTo>
                  <a:lnTo>
                    <a:pt x="559282" y="281485"/>
                  </a:lnTo>
                  <a:lnTo>
                    <a:pt x="516503" y="303591"/>
                  </a:lnTo>
                  <a:lnTo>
                    <a:pt x="467232" y="311531"/>
                  </a:lnTo>
                  <a:lnTo>
                    <a:pt x="436905" y="305421"/>
                  </a:lnTo>
                  <a:lnTo>
                    <a:pt x="412162" y="288750"/>
                  </a:lnTo>
                  <a:lnTo>
                    <a:pt x="395491" y="264007"/>
                  </a:lnTo>
                  <a:lnTo>
                    <a:pt x="389381" y="233680"/>
                  </a:lnTo>
                  <a:lnTo>
                    <a:pt x="395491" y="203352"/>
                  </a:lnTo>
                  <a:lnTo>
                    <a:pt x="412162" y="178609"/>
                  </a:lnTo>
                  <a:lnTo>
                    <a:pt x="436905" y="161938"/>
                  </a:lnTo>
                  <a:lnTo>
                    <a:pt x="467232" y="155829"/>
                  </a:lnTo>
                  <a:lnTo>
                    <a:pt x="623062" y="155829"/>
                  </a:lnTo>
                </a:path>
                <a:path w="7021830" h="2492375">
                  <a:moveTo>
                    <a:pt x="6709918" y="311531"/>
                  </a:moveTo>
                  <a:lnTo>
                    <a:pt x="467232" y="311531"/>
                  </a:lnTo>
                </a:path>
              </a:pathLst>
            </a:custGeom>
            <a:ln w="9525">
              <a:solidFill>
                <a:srgbClr val="0033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698815" y="6541693"/>
              <a:ext cx="165354" cy="16529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703577" y="6546456"/>
              <a:ext cx="156210" cy="311785"/>
            </a:xfrm>
            <a:custGeom>
              <a:avLst/>
              <a:gdLst/>
              <a:ahLst/>
              <a:cxnLst/>
              <a:rect l="l" t="t" r="r" b="b"/>
              <a:pathLst>
                <a:path w="156210" h="311784">
                  <a:moveTo>
                    <a:pt x="0" y="311543"/>
                  </a:moveTo>
                  <a:lnTo>
                    <a:pt x="49222" y="303602"/>
                  </a:lnTo>
                  <a:lnTo>
                    <a:pt x="91994" y="281488"/>
                  </a:lnTo>
                  <a:lnTo>
                    <a:pt x="125739" y="247767"/>
                  </a:lnTo>
                  <a:lnTo>
                    <a:pt x="147876" y="205004"/>
                  </a:lnTo>
                  <a:lnTo>
                    <a:pt x="155829" y="155765"/>
                  </a:lnTo>
                  <a:lnTo>
                    <a:pt x="155829" y="0"/>
                  </a:lnTo>
                </a:path>
              </a:pathLst>
            </a:custGeom>
            <a:ln w="9525">
              <a:solidFill>
                <a:srgbClr val="0033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2721495" y="4812394"/>
            <a:ext cx="5590096" cy="2045432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algn="ctr">
              <a:spcBef>
                <a:spcPts val="110"/>
              </a:spcBef>
            </a:pPr>
            <a:r>
              <a:rPr sz="2640" spc="-6" dirty="0">
                <a:solidFill>
                  <a:srgbClr val="666699"/>
                </a:solidFill>
                <a:latin typeface="Arial"/>
                <a:cs typeface="Arial"/>
              </a:rPr>
              <a:t>The </a:t>
            </a:r>
            <a:r>
              <a:rPr sz="2640" dirty="0">
                <a:solidFill>
                  <a:srgbClr val="666699"/>
                </a:solidFill>
                <a:latin typeface="Arial"/>
                <a:cs typeface="Arial"/>
              </a:rPr>
              <a:t>1</a:t>
            </a:r>
            <a:r>
              <a:rPr sz="2640" baseline="24305" dirty="0">
                <a:solidFill>
                  <a:srgbClr val="666699"/>
                </a:solidFill>
                <a:latin typeface="Arial"/>
                <a:cs typeface="Arial"/>
              </a:rPr>
              <a:t>st </a:t>
            </a:r>
            <a:r>
              <a:rPr sz="2640" dirty="0">
                <a:solidFill>
                  <a:srgbClr val="666699"/>
                </a:solidFill>
                <a:latin typeface="Arial"/>
                <a:cs typeface="Arial"/>
              </a:rPr>
              <a:t>byte </a:t>
            </a:r>
            <a:r>
              <a:rPr sz="2640" spc="-6" dirty="0">
                <a:solidFill>
                  <a:srgbClr val="666699"/>
                </a:solidFill>
                <a:latin typeface="Arial"/>
                <a:cs typeface="Arial"/>
              </a:rPr>
              <a:t>is between 128 and</a:t>
            </a:r>
            <a:r>
              <a:rPr sz="2640" spc="-231" dirty="0">
                <a:solidFill>
                  <a:srgbClr val="666699"/>
                </a:solidFill>
                <a:latin typeface="Arial"/>
                <a:cs typeface="Arial"/>
              </a:rPr>
              <a:t> </a:t>
            </a:r>
            <a:r>
              <a:rPr sz="2640" spc="-6" dirty="0">
                <a:solidFill>
                  <a:srgbClr val="666699"/>
                </a:solidFill>
                <a:latin typeface="Arial"/>
                <a:cs typeface="Arial"/>
              </a:rPr>
              <a:t>191.</a:t>
            </a:r>
            <a:endParaRPr sz="2640" dirty="0">
              <a:latin typeface="Arial"/>
              <a:cs typeface="Arial"/>
            </a:endParaRPr>
          </a:p>
          <a:p>
            <a:pPr marL="94996" algn="ctr"/>
            <a:r>
              <a:rPr sz="2640" spc="-6" dirty="0">
                <a:solidFill>
                  <a:srgbClr val="666699"/>
                </a:solidFill>
                <a:latin typeface="Arial"/>
                <a:cs typeface="Arial"/>
              </a:rPr>
              <a:t>Hence, Class</a:t>
            </a:r>
            <a:r>
              <a:rPr sz="2640" spc="17" dirty="0">
                <a:solidFill>
                  <a:srgbClr val="666699"/>
                </a:solidFill>
                <a:latin typeface="Arial"/>
                <a:cs typeface="Arial"/>
              </a:rPr>
              <a:t> </a:t>
            </a:r>
            <a:r>
              <a:rPr sz="2640" dirty="0">
                <a:solidFill>
                  <a:srgbClr val="666699"/>
                </a:solidFill>
                <a:latin typeface="Arial"/>
                <a:cs typeface="Arial"/>
              </a:rPr>
              <a:t>B</a:t>
            </a:r>
            <a:endParaRPr sz="2640" dirty="0">
              <a:latin typeface="Arial"/>
              <a:cs typeface="Arial"/>
            </a:endParaRPr>
          </a:p>
          <a:p>
            <a:pPr marL="2794" algn="ctr"/>
            <a:r>
              <a:rPr sz="2640" spc="-6" dirty="0">
                <a:solidFill>
                  <a:srgbClr val="666699"/>
                </a:solidFill>
                <a:latin typeface="Arial"/>
                <a:cs typeface="Arial"/>
              </a:rPr>
              <a:t>The block has </a:t>
            </a:r>
            <a:r>
              <a:rPr sz="2640" dirty="0">
                <a:solidFill>
                  <a:srgbClr val="666699"/>
                </a:solidFill>
                <a:latin typeface="Arial"/>
                <a:cs typeface="Arial"/>
              </a:rPr>
              <a:t>a netid of</a:t>
            </a:r>
            <a:r>
              <a:rPr sz="2640" spc="-6" dirty="0">
                <a:solidFill>
                  <a:srgbClr val="666699"/>
                </a:solidFill>
                <a:latin typeface="Arial"/>
                <a:cs typeface="Arial"/>
              </a:rPr>
              <a:t> 132.21.</a:t>
            </a:r>
            <a:endParaRPr sz="2640" dirty="0">
              <a:latin typeface="Arial"/>
              <a:cs typeface="Arial"/>
            </a:endParaRPr>
          </a:p>
          <a:p>
            <a:pPr marL="606298" marR="502222" indent="-699" algn="ctr"/>
            <a:r>
              <a:rPr sz="2640" spc="-6" dirty="0">
                <a:solidFill>
                  <a:srgbClr val="666699"/>
                </a:solidFill>
                <a:latin typeface="Arial"/>
                <a:cs typeface="Arial"/>
              </a:rPr>
              <a:t>The addresses range </a:t>
            </a:r>
            <a:r>
              <a:rPr sz="2640" dirty="0">
                <a:solidFill>
                  <a:srgbClr val="666699"/>
                </a:solidFill>
                <a:latin typeface="Arial"/>
                <a:cs typeface="Arial"/>
              </a:rPr>
              <a:t>from  </a:t>
            </a:r>
            <a:r>
              <a:rPr sz="2640" spc="-6" dirty="0">
                <a:solidFill>
                  <a:srgbClr val="666699"/>
                </a:solidFill>
                <a:latin typeface="Arial"/>
                <a:cs typeface="Arial"/>
              </a:rPr>
              <a:t>132.21.0.0 </a:t>
            </a:r>
            <a:r>
              <a:rPr sz="2640" dirty="0">
                <a:solidFill>
                  <a:srgbClr val="666699"/>
                </a:solidFill>
                <a:latin typeface="Arial"/>
                <a:cs typeface="Arial"/>
              </a:rPr>
              <a:t>to</a:t>
            </a:r>
            <a:r>
              <a:rPr sz="2640" spc="-6" dirty="0">
                <a:solidFill>
                  <a:srgbClr val="666699"/>
                </a:solidFill>
                <a:latin typeface="Arial"/>
                <a:cs typeface="Arial"/>
              </a:rPr>
              <a:t> 132.21.255.255.</a:t>
            </a:r>
            <a:endParaRPr sz="264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04748" y="1048054"/>
            <a:ext cx="2424074" cy="135453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471599" y="1211741"/>
            <a:ext cx="1498981" cy="759632"/>
          </a:xfrm>
          <a:prstGeom prst="rect">
            <a:avLst/>
          </a:prstGeom>
        </p:spPr>
        <p:txBody>
          <a:bodyPr vert="horz" wrap="square" lIns="0" tIns="14669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3970">
              <a:spcBef>
                <a:spcPts val="116"/>
              </a:spcBef>
            </a:pPr>
            <a:r>
              <a:rPr sz="4840" b="1" dirty="0">
                <a:solidFill>
                  <a:srgbClr val="C00000"/>
                </a:solidFill>
                <a:latin typeface="Times New Roman"/>
                <a:cs typeface="Times New Roman"/>
              </a:rPr>
              <a:t>Mask</a:t>
            </a:r>
            <a:endParaRPr sz="4840" dirty="0">
              <a:solidFill>
                <a:srgbClr val="C00000"/>
              </a:solidFill>
              <a:latin typeface="Times New Roman"/>
              <a:cs typeface="Times New Roman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579C78-90DF-4446-8363-53DF91570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0269B-3FF7-874D-8ED1-2D9E2506D078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4" name="object 4"/>
          <p:cNvSpPr/>
          <p:nvPr/>
        </p:nvSpPr>
        <p:spPr>
          <a:xfrm>
            <a:off x="990124" y="2855913"/>
            <a:ext cx="8462328" cy="4096703"/>
          </a:xfrm>
          <a:custGeom>
            <a:avLst/>
            <a:gdLst/>
            <a:ahLst/>
            <a:cxnLst/>
            <a:rect l="l" t="t" r="r" b="b"/>
            <a:pathLst>
              <a:path w="7693025" h="3724275">
                <a:moveTo>
                  <a:pt x="0" y="3724275"/>
                </a:moveTo>
                <a:lnTo>
                  <a:pt x="7693025" y="3724275"/>
                </a:lnTo>
                <a:lnTo>
                  <a:pt x="7693025" y="0"/>
                </a:lnTo>
                <a:lnTo>
                  <a:pt x="0" y="0"/>
                </a:lnTo>
                <a:lnTo>
                  <a:pt x="0" y="3724275"/>
                </a:lnTo>
                <a:close/>
              </a:path>
            </a:pathLst>
          </a:custGeom>
          <a:ln w="57150">
            <a:solidFill>
              <a:srgbClr val="99CC99"/>
            </a:solidFill>
          </a:ln>
        </p:spPr>
        <p:txBody>
          <a:bodyPr wrap="square" lIns="0" tIns="0" rIns="0" bIns="0" rtlCol="0"/>
          <a:lstStyle/>
          <a:p>
            <a:pPr algn="l"/>
            <a:endParaRPr dirty="0"/>
          </a:p>
        </p:txBody>
      </p:sp>
      <p:sp>
        <p:nvSpPr>
          <p:cNvPr id="5" name="object 5"/>
          <p:cNvSpPr txBox="1"/>
          <p:nvPr/>
        </p:nvSpPr>
        <p:spPr>
          <a:xfrm>
            <a:off x="1091001" y="2647229"/>
            <a:ext cx="8109585" cy="2665602"/>
          </a:xfrm>
          <a:prstGeom prst="rect">
            <a:avLst/>
          </a:prstGeom>
        </p:spPr>
        <p:txBody>
          <a:bodyPr vert="horz" wrap="square" lIns="0" tIns="248666" rIns="0" bIns="0" rtlCol="0">
            <a:spAutoFit/>
          </a:bodyPr>
          <a:lstStyle/>
          <a:p>
            <a:pPr marL="376492" indent="-376492" algn="l">
              <a:spcBef>
                <a:spcPts val="1958"/>
              </a:spcBef>
              <a:buChar char="•"/>
              <a:tabLst>
                <a:tab pos="376492" algn="l"/>
                <a:tab pos="377889" algn="l"/>
              </a:tabLst>
            </a:pPr>
            <a:r>
              <a:rPr sz="3080" spc="-6" dirty="0">
                <a:solidFill>
                  <a:srgbClr val="003366"/>
                </a:solidFill>
                <a:latin typeface="Arial"/>
                <a:cs typeface="Arial"/>
              </a:rPr>
              <a:t>A mask is a </a:t>
            </a:r>
            <a:r>
              <a:rPr sz="3080" dirty="0">
                <a:solidFill>
                  <a:srgbClr val="003366"/>
                </a:solidFill>
                <a:latin typeface="Arial"/>
                <a:cs typeface="Arial"/>
              </a:rPr>
              <a:t>32-bit </a:t>
            </a:r>
            <a:r>
              <a:rPr sz="3080" spc="-6" dirty="0">
                <a:solidFill>
                  <a:srgbClr val="003366"/>
                </a:solidFill>
                <a:latin typeface="Arial"/>
                <a:cs typeface="Arial"/>
              </a:rPr>
              <a:t>binary</a:t>
            </a:r>
            <a:r>
              <a:rPr sz="3080" spc="-121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3080" spc="-28" dirty="0">
                <a:solidFill>
                  <a:srgbClr val="003366"/>
                </a:solidFill>
                <a:latin typeface="Arial"/>
                <a:cs typeface="Arial"/>
              </a:rPr>
              <a:t>number.</a:t>
            </a:r>
            <a:endParaRPr sz="3080" dirty="0">
              <a:latin typeface="Arial"/>
              <a:cs typeface="Arial"/>
            </a:endParaRPr>
          </a:p>
          <a:p>
            <a:pPr marL="376492" indent="-376492" algn="l">
              <a:spcBef>
                <a:spcPts val="1854"/>
              </a:spcBef>
              <a:buChar char="•"/>
              <a:tabLst>
                <a:tab pos="376492" algn="l"/>
                <a:tab pos="377889" algn="l"/>
                <a:tab pos="2313432" algn="l"/>
                <a:tab pos="4228019" algn="l"/>
                <a:tab pos="5140262" algn="l"/>
              </a:tabLst>
            </a:pPr>
            <a:r>
              <a:rPr sz="3080" spc="-6" dirty="0">
                <a:solidFill>
                  <a:srgbClr val="003366"/>
                </a:solidFill>
                <a:latin typeface="Arial"/>
                <a:cs typeface="Arial"/>
              </a:rPr>
              <a:t>The</a:t>
            </a:r>
            <a:r>
              <a:rPr sz="3080" spc="38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3080" spc="-6" dirty="0">
                <a:solidFill>
                  <a:srgbClr val="003366"/>
                </a:solidFill>
                <a:latin typeface="Arial"/>
                <a:cs typeface="Arial"/>
              </a:rPr>
              <a:t>mask	is</a:t>
            </a:r>
            <a:r>
              <a:rPr sz="3080" spc="-154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3080" spc="-11" dirty="0">
                <a:solidFill>
                  <a:srgbClr val="FF3300"/>
                </a:solidFill>
                <a:latin typeface="Arial"/>
                <a:cs typeface="Arial"/>
              </a:rPr>
              <a:t>ANDeD	</a:t>
            </a:r>
            <a:r>
              <a:rPr sz="3080" spc="-6" dirty="0">
                <a:solidFill>
                  <a:srgbClr val="003366"/>
                </a:solidFill>
                <a:latin typeface="Arial"/>
                <a:cs typeface="Arial"/>
              </a:rPr>
              <a:t>with	IP </a:t>
            </a:r>
            <a:r>
              <a:rPr sz="3080" dirty="0">
                <a:solidFill>
                  <a:srgbClr val="003366"/>
                </a:solidFill>
                <a:latin typeface="Arial"/>
                <a:cs typeface="Arial"/>
              </a:rPr>
              <a:t>address </a:t>
            </a:r>
            <a:r>
              <a:rPr sz="3080" spc="-6" dirty="0">
                <a:solidFill>
                  <a:srgbClr val="003366"/>
                </a:solidFill>
                <a:latin typeface="Arial"/>
                <a:cs typeface="Arial"/>
              </a:rPr>
              <a:t>to</a:t>
            </a:r>
            <a:r>
              <a:rPr sz="3080" spc="-116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3080" dirty="0">
                <a:solidFill>
                  <a:srgbClr val="003366"/>
                </a:solidFill>
                <a:latin typeface="Arial"/>
                <a:cs typeface="Arial"/>
              </a:rPr>
              <a:t>get</a:t>
            </a:r>
            <a:endParaRPr sz="3080" dirty="0">
              <a:latin typeface="Arial"/>
              <a:cs typeface="Arial"/>
            </a:endParaRPr>
          </a:p>
          <a:p>
            <a:pPr marL="817944" lvl="1" indent="-315722" algn="l">
              <a:spcBef>
                <a:spcPts val="1601"/>
              </a:spcBef>
              <a:buChar char="•"/>
              <a:tabLst>
                <a:tab pos="817944" algn="l"/>
                <a:tab pos="818642" algn="l"/>
              </a:tabLst>
            </a:pPr>
            <a:r>
              <a:rPr sz="2640" spc="-6" dirty="0">
                <a:solidFill>
                  <a:srgbClr val="003366"/>
                </a:solidFill>
                <a:latin typeface="Arial"/>
                <a:cs typeface="Arial"/>
              </a:rPr>
              <a:t>The block address (Network</a:t>
            </a:r>
            <a:r>
              <a:rPr sz="2640" spc="61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640" spc="-6" dirty="0">
                <a:solidFill>
                  <a:srgbClr val="003366"/>
                </a:solidFill>
                <a:latin typeface="Arial"/>
                <a:cs typeface="Arial"/>
              </a:rPr>
              <a:t>address)</a:t>
            </a:r>
            <a:endParaRPr sz="2640" dirty="0">
              <a:latin typeface="Arial"/>
              <a:cs typeface="Arial"/>
            </a:endParaRPr>
          </a:p>
          <a:p>
            <a:pPr marL="910146" lvl="1" indent="-407924" algn="l">
              <a:spcBef>
                <a:spcPts val="1584"/>
              </a:spcBef>
              <a:buClr>
                <a:srgbClr val="003366"/>
              </a:buClr>
              <a:buChar char="•"/>
              <a:tabLst>
                <a:tab pos="910146" algn="l"/>
                <a:tab pos="910844" algn="l"/>
              </a:tabLst>
            </a:pPr>
            <a:r>
              <a:rPr sz="2640" dirty="0">
                <a:solidFill>
                  <a:srgbClr val="FF3300"/>
                </a:solidFill>
                <a:latin typeface="Arial"/>
                <a:cs typeface="Arial"/>
              </a:rPr>
              <a:t>Mask </a:t>
            </a:r>
            <a:r>
              <a:rPr sz="2640" spc="-6" dirty="0">
                <a:solidFill>
                  <a:srgbClr val="FF3300"/>
                </a:solidFill>
                <a:latin typeface="Arial"/>
                <a:cs typeface="Arial"/>
              </a:rPr>
              <a:t>And </a:t>
            </a:r>
            <a:r>
              <a:rPr sz="2640" dirty="0">
                <a:solidFill>
                  <a:srgbClr val="FF3300"/>
                </a:solidFill>
                <a:latin typeface="Arial"/>
                <a:cs typeface="Arial"/>
              </a:rPr>
              <a:t>IP </a:t>
            </a:r>
            <a:r>
              <a:rPr sz="2640" spc="-6" dirty="0">
                <a:solidFill>
                  <a:srgbClr val="FF3300"/>
                </a:solidFill>
                <a:latin typeface="Arial"/>
                <a:cs typeface="Arial"/>
              </a:rPr>
              <a:t>address </a:t>
            </a:r>
            <a:r>
              <a:rPr sz="2640" dirty="0">
                <a:solidFill>
                  <a:srgbClr val="FF3300"/>
                </a:solidFill>
                <a:latin typeface="Arial"/>
                <a:cs typeface="Arial"/>
              </a:rPr>
              <a:t>= </a:t>
            </a:r>
            <a:r>
              <a:rPr sz="2640" spc="-6" dirty="0">
                <a:solidFill>
                  <a:srgbClr val="FF3300"/>
                </a:solidFill>
                <a:latin typeface="Arial"/>
                <a:cs typeface="Arial"/>
              </a:rPr>
              <a:t>Block</a:t>
            </a:r>
            <a:r>
              <a:rPr sz="2640" spc="-363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640" spc="-6" dirty="0">
                <a:solidFill>
                  <a:srgbClr val="FF3300"/>
                </a:solidFill>
                <a:latin typeface="Arial"/>
                <a:cs typeface="Arial"/>
              </a:rPr>
              <a:t>Address</a:t>
            </a:r>
            <a:endParaRPr sz="264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04946" y="1450024"/>
            <a:ext cx="4813963" cy="629660"/>
          </a:xfrm>
          <a:prstGeom prst="rect">
            <a:avLst/>
          </a:prstGeom>
        </p:spPr>
        <p:txBody>
          <a:bodyPr vert="horz" wrap="square" lIns="0" tIns="1397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3970">
              <a:spcBef>
                <a:spcPts val="110"/>
              </a:spcBef>
            </a:pPr>
            <a:r>
              <a:rPr b="1" dirty="0">
                <a:solidFill>
                  <a:srgbClr val="C00000"/>
                </a:solidFill>
                <a:latin typeface="Arial"/>
                <a:cs typeface="Arial"/>
              </a:rPr>
              <a:t>Default</a:t>
            </a:r>
            <a:r>
              <a:rPr b="1" spc="-94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b="1" spc="-6" dirty="0">
                <a:solidFill>
                  <a:srgbClr val="C00000"/>
                </a:solidFill>
                <a:latin typeface="Arial"/>
                <a:cs typeface="Arial"/>
              </a:rPr>
              <a:t>Mask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B59ADE-A866-B24A-A3D9-DE5DBE48D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0269B-3FF7-874D-8ED1-2D9E2506D078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3" name="object 3"/>
          <p:cNvSpPr txBox="1"/>
          <p:nvPr/>
        </p:nvSpPr>
        <p:spPr>
          <a:xfrm>
            <a:off x="1008969" y="2645271"/>
            <a:ext cx="6778943" cy="1710084"/>
          </a:xfrm>
          <a:prstGeom prst="rect">
            <a:avLst/>
          </a:prstGeom>
        </p:spPr>
        <p:txBody>
          <a:bodyPr vert="horz" wrap="square" lIns="0" tIns="107569" rIns="0" bIns="0" rtlCol="0">
            <a:spAutoFit/>
          </a:bodyPr>
          <a:lstStyle/>
          <a:p>
            <a:pPr marL="390462" indent="-377190" algn="l">
              <a:spcBef>
                <a:spcPts val="847"/>
              </a:spcBef>
              <a:buSzPct val="75000"/>
              <a:buFont typeface="Wingdings"/>
              <a:buChar char=""/>
              <a:tabLst>
                <a:tab pos="390462" algn="l"/>
                <a:tab pos="391160" algn="l"/>
              </a:tabLst>
            </a:pPr>
            <a:r>
              <a:rPr sz="3080" spc="-6" dirty="0">
                <a:solidFill>
                  <a:srgbClr val="003366"/>
                </a:solidFill>
                <a:latin typeface="Arial"/>
                <a:cs typeface="Arial"/>
              </a:rPr>
              <a:t>Class A </a:t>
            </a:r>
            <a:r>
              <a:rPr sz="3080" dirty="0">
                <a:solidFill>
                  <a:srgbClr val="003366"/>
                </a:solidFill>
                <a:latin typeface="Arial"/>
                <a:cs typeface="Arial"/>
              </a:rPr>
              <a:t>default </a:t>
            </a:r>
            <a:r>
              <a:rPr sz="3080" spc="-6" dirty="0">
                <a:solidFill>
                  <a:srgbClr val="003366"/>
                </a:solidFill>
                <a:latin typeface="Arial"/>
                <a:cs typeface="Arial"/>
              </a:rPr>
              <a:t>mask is</a:t>
            </a:r>
            <a:r>
              <a:rPr sz="3080" spc="-352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3080" dirty="0">
                <a:solidFill>
                  <a:srgbClr val="003366"/>
                </a:solidFill>
                <a:latin typeface="Arial"/>
                <a:cs typeface="Arial"/>
              </a:rPr>
              <a:t>255.0.0.0</a:t>
            </a:r>
            <a:endParaRPr sz="3080" dirty="0">
              <a:latin typeface="Arial"/>
              <a:cs typeface="Arial"/>
            </a:endParaRPr>
          </a:p>
          <a:p>
            <a:pPr marL="390462" indent="-377190">
              <a:spcBef>
                <a:spcPts val="743"/>
              </a:spcBef>
              <a:buSzPct val="75000"/>
              <a:buFont typeface="Wingdings"/>
              <a:buChar char=""/>
              <a:tabLst>
                <a:tab pos="390462" algn="l"/>
                <a:tab pos="391160" algn="l"/>
              </a:tabLst>
            </a:pPr>
            <a:r>
              <a:rPr sz="3080" spc="-6" dirty="0">
                <a:solidFill>
                  <a:srgbClr val="003366"/>
                </a:solidFill>
                <a:latin typeface="Arial"/>
                <a:cs typeface="Arial"/>
              </a:rPr>
              <a:t>Class B default mask is</a:t>
            </a:r>
            <a:r>
              <a:rPr sz="3080" spc="11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3080" dirty="0">
                <a:solidFill>
                  <a:srgbClr val="003366"/>
                </a:solidFill>
                <a:latin typeface="Arial"/>
                <a:cs typeface="Arial"/>
              </a:rPr>
              <a:t>255.255.0.0</a:t>
            </a:r>
            <a:endParaRPr sz="3080" dirty="0">
              <a:latin typeface="Arial"/>
              <a:cs typeface="Arial"/>
            </a:endParaRPr>
          </a:p>
          <a:p>
            <a:pPr marL="390462" indent="-377190">
              <a:spcBef>
                <a:spcPts val="737"/>
              </a:spcBef>
              <a:buSzPct val="75000"/>
              <a:buFont typeface="Wingdings"/>
              <a:buChar char=""/>
              <a:tabLst>
                <a:tab pos="390462" algn="l"/>
                <a:tab pos="391160" algn="l"/>
              </a:tabLst>
            </a:pPr>
            <a:r>
              <a:rPr sz="3080" spc="-6" dirty="0">
                <a:solidFill>
                  <a:srgbClr val="003366"/>
                </a:solidFill>
                <a:latin typeface="Arial"/>
                <a:cs typeface="Arial"/>
              </a:rPr>
              <a:t>Class C Default mask</a:t>
            </a:r>
            <a:r>
              <a:rPr sz="3080" spc="-11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3080" dirty="0">
                <a:solidFill>
                  <a:srgbClr val="003366"/>
                </a:solidFill>
                <a:latin typeface="Arial"/>
                <a:cs typeface="Arial"/>
              </a:rPr>
              <a:t>255.255.255.0</a:t>
            </a:r>
            <a:endParaRPr sz="308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04946" y="1466649"/>
            <a:ext cx="5279476" cy="629660"/>
          </a:xfrm>
          <a:prstGeom prst="rect">
            <a:avLst/>
          </a:prstGeom>
        </p:spPr>
        <p:txBody>
          <a:bodyPr vert="horz" wrap="square" lIns="0" tIns="1397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3970">
              <a:spcBef>
                <a:spcPts val="110"/>
              </a:spcBef>
            </a:pPr>
            <a:r>
              <a:rPr b="1" spc="-6" dirty="0">
                <a:solidFill>
                  <a:srgbClr val="C00000"/>
                </a:solidFill>
                <a:latin typeface="Arial"/>
                <a:cs typeface="Arial"/>
              </a:rPr>
              <a:t>Subnet</a:t>
            </a:r>
            <a:r>
              <a:rPr b="1" spc="-83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b="1" dirty="0">
                <a:solidFill>
                  <a:srgbClr val="C00000"/>
                </a:solidFill>
                <a:latin typeface="Arial"/>
                <a:cs typeface="Arial"/>
              </a:rPr>
              <a:t>Mask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7CE244-73FA-0541-A9D0-F18743BFB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0269B-3FF7-874D-8ED1-2D9E2506D078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3" name="object 3"/>
          <p:cNvSpPr txBox="1"/>
          <p:nvPr/>
        </p:nvSpPr>
        <p:spPr>
          <a:xfrm>
            <a:off x="1008969" y="2643366"/>
            <a:ext cx="8256967" cy="3639394"/>
          </a:xfrm>
          <a:prstGeom prst="rect">
            <a:avLst/>
          </a:prstGeom>
        </p:spPr>
        <p:txBody>
          <a:bodyPr vert="horz" wrap="square" lIns="0" tIns="109665" rIns="0" bIns="0" rtlCol="0">
            <a:spAutoFit/>
          </a:bodyPr>
          <a:lstStyle/>
          <a:p>
            <a:pPr marL="390462" indent="-377190" algn="l">
              <a:spcBef>
                <a:spcPts val="864"/>
              </a:spcBef>
              <a:buSzPct val="75000"/>
              <a:buFont typeface="Wingdings"/>
              <a:buChar char=""/>
              <a:tabLst>
                <a:tab pos="390462" algn="l"/>
                <a:tab pos="391160" algn="l"/>
              </a:tabLst>
            </a:pPr>
            <a:r>
              <a:rPr sz="3080" spc="-6" dirty="0">
                <a:solidFill>
                  <a:srgbClr val="003366"/>
                </a:solidFill>
                <a:latin typeface="Arial"/>
                <a:cs typeface="Arial"/>
              </a:rPr>
              <a:t>An IP address has 2</a:t>
            </a:r>
            <a:r>
              <a:rPr sz="3080" spc="-50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3080" dirty="0">
                <a:solidFill>
                  <a:srgbClr val="003366"/>
                </a:solidFill>
                <a:latin typeface="Arial"/>
                <a:cs typeface="Arial"/>
              </a:rPr>
              <a:t>parts:</a:t>
            </a:r>
            <a:endParaRPr sz="3080" dirty="0">
              <a:latin typeface="Arial"/>
              <a:cs typeface="Arial"/>
            </a:endParaRPr>
          </a:p>
          <a:p>
            <a:pPr marL="831914" lvl="1" indent="-316421" algn="l">
              <a:spcBef>
                <a:spcPts val="655"/>
              </a:spcBef>
              <a:buClr>
                <a:srgbClr val="99CC99"/>
              </a:buClr>
              <a:buSzPct val="75000"/>
              <a:buChar char="–"/>
              <a:tabLst>
                <a:tab pos="831914" algn="l"/>
                <a:tab pos="832612" algn="l"/>
              </a:tabLst>
            </a:pPr>
            <a:r>
              <a:rPr sz="2640" spc="-6" dirty="0">
                <a:solidFill>
                  <a:srgbClr val="003366"/>
                </a:solidFill>
                <a:latin typeface="Arial"/>
                <a:cs typeface="Arial"/>
              </a:rPr>
              <a:t>The Network</a:t>
            </a:r>
            <a:r>
              <a:rPr sz="2640" spc="11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640" spc="-6" dirty="0">
                <a:solidFill>
                  <a:srgbClr val="003366"/>
                </a:solidFill>
                <a:latin typeface="Arial"/>
                <a:cs typeface="Arial"/>
              </a:rPr>
              <a:t>identification.</a:t>
            </a:r>
            <a:endParaRPr sz="2640" dirty="0">
              <a:latin typeface="Arial"/>
              <a:cs typeface="Arial"/>
            </a:endParaRPr>
          </a:p>
          <a:p>
            <a:pPr marL="831914" lvl="1" indent="-316421" algn="l">
              <a:spcBef>
                <a:spcPts val="633"/>
              </a:spcBef>
              <a:buClr>
                <a:srgbClr val="99CC99"/>
              </a:buClr>
              <a:buSzPct val="75000"/>
              <a:buChar char="–"/>
              <a:tabLst>
                <a:tab pos="831914" algn="l"/>
                <a:tab pos="832612" algn="l"/>
              </a:tabLst>
            </a:pPr>
            <a:r>
              <a:rPr sz="2640" dirty="0">
                <a:solidFill>
                  <a:srgbClr val="003366"/>
                </a:solidFill>
                <a:latin typeface="Arial"/>
                <a:cs typeface="Arial"/>
              </a:rPr>
              <a:t>The Host</a:t>
            </a:r>
            <a:r>
              <a:rPr sz="2640" spc="-17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640" spc="-6" dirty="0">
                <a:solidFill>
                  <a:srgbClr val="003366"/>
                </a:solidFill>
                <a:latin typeface="Arial"/>
                <a:cs typeface="Arial"/>
              </a:rPr>
              <a:t>identification.</a:t>
            </a:r>
            <a:endParaRPr sz="2640" dirty="0">
              <a:latin typeface="Arial"/>
              <a:cs typeface="Arial"/>
            </a:endParaRPr>
          </a:p>
          <a:p>
            <a:pPr marL="390462" marR="106871" indent="-377190" algn="l">
              <a:spcBef>
                <a:spcPts val="721"/>
              </a:spcBef>
              <a:buSzPct val="75000"/>
              <a:buFont typeface="Wingdings"/>
              <a:buChar char=""/>
              <a:tabLst>
                <a:tab pos="390462" algn="l"/>
                <a:tab pos="391160" algn="l"/>
              </a:tabLst>
            </a:pPr>
            <a:r>
              <a:rPr sz="3080" spc="-22" dirty="0">
                <a:solidFill>
                  <a:srgbClr val="003366"/>
                </a:solidFill>
                <a:latin typeface="Arial"/>
                <a:cs typeface="Arial"/>
              </a:rPr>
              <a:t>Frequently, </a:t>
            </a:r>
            <a:r>
              <a:rPr sz="3080" dirty="0">
                <a:solidFill>
                  <a:srgbClr val="003366"/>
                </a:solidFill>
                <a:latin typeface="Arial"/>
                <a:cs typeface="Arial"/>
              </a:rPr>
              <a:t>the </a:t>
            </a:r>
            <a:r>
              <a:rPr sz="3080" spc="-6" dirty="0">
                <a:solidFill>
                  <a:srgbClr val="003366"/>
                </a:solidFill>
                <a:latin typeface="Arial"/>
                <a:cs typeface="Arial"/>
              </a:rPr>
              <a:t>Network &amp; Host portions of  the </a:t>
            </a:r>
            <a:r>
              <a:rPr sz="3080" dirty="0">
                <a:solidFill>
                  <a:srgbClr val="003366"/>
                </a:solidFill>
                <a:latin typeface="Arial"/>
                <a:cs typeface="Arial"/>
              </a:rPr>
              <a:t>address </a:t>
            </a:r>
            <a:r>
              <a:rPr sz="3080" spc="-6" dirty="0">
                <a:solidFill>
                  <a:srgbClr val="003366"/>
                </a:solidFill>
                <a:latin typeface="Arial"/>
                <a:cs typeface="Arial"/>
              </a:rPr>
              <a:t>need to be </a:t>
            </a:r>
            <a:r>
              <a:rPr sz="3080" dirty="0">
                <a:solidFill>
                  <a:srgbClr val="003366"/>
                </a:solidFill>
                <a:latin typeface="Arial"/>
                <a:cs typeface="Arial"/>
              </a:rPr>
              <a:t>separately</a:t>
            </a:r>
            <a:r>
              <a:rPr sz="3080" spc="-11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3080" dirty="0">
                <a:solidFill>
                  <a:srgbClr val="003366"/>
                </a:solidFill>
                <a:latin typeface="Arial"/>
                <a:cs typeface="Arial"/>
              </a:rPr>
              <a:t>extracted.</a:t>
            </a:r>
            <a:endParaRPr sz="3080" dirty="0">
              <a:latin typeface="Arial"/>
              <a:cs typeface="Arial"/>
            </a:endParaRPr>
          </a:p>
          <a:p>
            <a:pPr marL="390462" marR="5588" indent="-377190" algn="l">
              <a:spcBef>
                <a:spcPts val="743"/>
              </a:spcBef>
              <a:buSzPct val="75000"/>
              <a:buFont typeface="Wingdings"/>
              <a:buChar char=""/>
              <a:tabLst>
                <a:tab pos="390462" algn="l"/>
                <a:tab pos="391160" algn="l"/>
              </a:tabLst>
            </a:pPr>
            <a:r>
              <a:rPr sz="3080" spc="-6" dirty="0">
                <a:solidFill>
                  <a:srgbClr val="003366"/>
                </a:solidFill>
                <a:latin typeface="Arial"/>
                <a:cs typeface="Arial"/>
              </a:rPr>
              <a:t>In most </a:t>
            </a:r>
            <a:r>
              <a:rPr sz="3080" dirty="0">
                <a:solidFill>
                  <a:srgbClr val="003366"/>
                </a:solidFill>
                <a:latin typeface="Arial"/>
                <a:cs typeface="Arial"/>
              </a:rPr>
              <a:t>cases, </a:t>
            </a:r>
            <a:r>
              <a:rPr sz="3080" spc="-6" dirty="0">
                <a:solidFill>
                  <a:srgbClr val="003366"/>
                </a:solidFill>
                <a:latin typeface="Arial"/>
                <a:cs typeface="Arial"/>
              </a:rPr>
              <a:t>if you </a:t>
            </a:r>
            <a:r>
              <a:rPr sz="3080" dirty="0">
                <a:solidFill>
                  <a:srgbClr val="003366"/>
                </a:solidFill>
                <a:latin typeface="Arial"/>
                <a:cs typeface="Arial"/>
              </a:rPr>
              <a:t>know </a:t>
            </a:r>
            <a:r>
              <a:rPr sz="3080" spc="-6" dirty="0">
                <a:solidFill>
                  <a:srgbClr val="003366"/>
                </a:solidFill>
                <a:latin typeface="Arial"/>
                <a:cs typeface="Arial"/>
              </a:rPr>
              <a:t>the </a:t>
            </a:r>
            <a:r>
              <a:rPr sz="3080" dirty="0">
                <a:solidFill>
                  <a:srgbClr val="003366"/>
                </a:solidFill>
                <a:latin typeface="Arial"/>
                <a:cs typeface="Arial"/>
              </a:rPr>
              <a:t>address </a:t>
            </a:r>
            <a:r>
              <a:rPr sz="3080" spc="-6" dirty="0">
                <a:solidFill>
                  <a:srgbClr val="003366"/>
                </a:solidFill>
                <a:latin typeface="Arial"/>
                <a:cs typeface="Arial"/>
              </a:rPr>
              <a:t>class,  </a:t>
            </a:r>
            <a:r>
              <a:rPr sz="3080" spc="-17" dirty="0">
                <a:solidFill>
                  <a:srgbClr val="003366"/>
                </a:solidFill>
                <a:latin typeface="Arial"/>
                <a:cs typeface="Arial"/>
              </a:rPr>
              <a:t>it’s </a:t>
            </a:r>
            <a:r>
              <a:rPr sz="3080" spc="-6" dirty="0">
                <a:solidFill>
                  <a:srgbClr val="003366"/>
                </a:solidFill>
                <a:latin typeface="Arial"/>
                <a:cs typeface="Arial"/>
              </a:rPr>
              <a:t>easy to separate the 2</a:t>
            </a:r>
            <a:r>
              <a:rPr sz="3080" spc="28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3080" spc="-6" dirty="0">
                <a:solidFill>
                  <a:srgbClr val="003366"/>
                </a:solidFill>
                <a:latin typeface="Arial"/>
                <a:cs typeface="Arial"/>
              </a:rPr>
              <a:t>portions.</a:t>
            </a:r>
            <a:endParaRPr sz="308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04946" y="1213038"/>
            <a:ext cx="4526979" cy="1103635"/>
          </a:xfrm>
          <a:prstGeom prst="rect">
            <a:avLst/>
          </a:prstGeom>
        </p:spPr>
        <p:txBody>
          <a:bodyPr vert="horz" wrap="square" lIns="0" tIns="1397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3970">
              <a:spcBef>
                <a:spcPts val="110"/>
              </a:spcBef>
            </a:pPr>
            <a:r>
              <a:rPr b="1" spc="-6" dirty="0">
                <a:solidFill>
                  <a:srgbClr val="C00000"/>
                </a:solidFill>
                <a:latin typeface="Arial"/>
                <a:cs typeface="Arial"/>
              </a:rPr>
              <a:t>Subnet </a:t>
            </a:r>
            <a:r>
              <a:rPr b="1" dirty="0">
                <a:solidFill>
                  <a:srgbClr val="C00000"/>
                </a:solidFill>
                <a:latin typeface="Arial"/>
                <a:cs typeface="Arial"/>
              </a:rPr>
              <a:t>Mask</a:t>
            </a:r>
            <a:r>
              <a:rPr b="1" spc="-66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080" b="1" i="1" spc="-6" dirty="0">
                <a:solidFill>
                  <a:srgbClr val="C00000"/>
                </a:solidFill>
                <a:latin typeface="Arial"/>
                <a:cs typeface="Arial"/>
              </a:rPr>
              <a:t>(Cont.)</a:t>
            </a:r>
            <a:endParaRPr sz="3080" dirty="0">
              <a:solidFill>
                <a:srgbClr val="C00000"/>
              </a:solidFill>
              <a:latin typeface="Arial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FD0F66-0728-6B46-9285-DA364092C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0269B-3FF7-874D-8ED1-2D9E2506D078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3" name="object 3"/>
          <p:cNvSpPr txBox="1"/>
          <p:nvPr/>
        </p:nvSpPr>
        <p:spPr>
          <a:xfrm>
            <a:off x="1008968" y="2687713"/>
            <a:ext cx="8133334" cy="2951320"/>
          </a:xfrm>
          <a:prstGeom prst="rect">
            <a:avLst/>
          </a:prstGeom>
        </p:spPr>
        <p:txBody>
          <a:bodyPr vert="horz" wrap="square" lIns="0" tIns="64261" rIns="0" bIns="0" rtlCol="0">
            <a:spAutoFit/>
          </a:bodyPr>
          <a:lstStyle/>
          <a:p>
            <a:pPr marL="390462" marR="5588" indent="-377190" algn="just">
              <a:lnSpc>
                <a:spcPct val="90000"/>
              </a:lnSpc>
              <a:spcBef>
                <a:spcPts val="505"/>
              </a:spcBef>
              <a:buSzPct val="75000"/>
              <a:buFont typeface="Wingdings"/>
              <a:buChar char=""/>
              <a:tabLst>
                <a:tab pos="390462" algn="l"/>
                <a:tab pos="391160" algn="l"/>
              </a:tabLst>
            </a:pPr>
            <a:r>
              <a:rPr sz="3300" dirty="0">
                <a:solidFill>
                  <a:srgbClr val="003366"/>
                </a:solidFill>
                <a:latin typeface="Arial"/>
                <a:cs typeface="Arial"/>
              </a:rPr>
              <a:t>With the </a:t>
            </a:r>
            <a:r>
              <a:rPr sz="2400" spc="-6" dirty="0">
                <a:solidFill>
                  <a:srgbClr val="003366"/>
                </a:solidFill>
                <a:latin typeface="Arial"/>
                <a:cs typeface="Arial"/>
              </a:rPr>
              <a:t>rapid growth </a:t>
            </a:r>
            <a:r>
              <a:rPr sz="2400" dirty="0">
                <a:solidFill>
                  <a:srgbClr val="003366"/>
                </a:solidFill>
                <a:latin typeface="Arial"/>
                <a:cs typeface="Arial"/>
              </a:rPr>
              <a:t>of the </a:t>
            </a:r>
            <a:r>
              <a:rPr sz="2400" spc="-6" dirty="0">
                <a:solidFill>
                  <a:srgbClr val="003366"/>
                </a:solidFill>
                <a:latin typeface="Arial"/>
                <a:cs typeface="Arial"/>
              </a:rPr>
              <a:t>internet &amp;</a:t>
            </a:r>
            <a:r>
              <a:rPr sz="2400" spc="-38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400" spc="-6" dirty="0">
                <a:solidFill>
                  <a:srgbClr val="003366"/>
                </a:solidFill>
                <a:latin typeface="Arial"/>
                <a:cs typeface="Arial"/>
              </a:rPr>
              <a:t>the  ever-increasing demand for </a:t>
            </a:r>
            <a:r>
              <a:rPr sz="2400" dirty="0">
                <a:solidFill>
                  <a:srgbClr val="003366"/>
                </a:solidFill>
                <a:latin typeface="Arial"/>
                <a:cs typeface="Arial"/>
              </a:rPr>
              <a:t>new  </a:t>
            </a:r>
            <a:r>
              <a:rPr sz="2400" spc="-6" dirty="0">
                <a:solidFill>
                  <a:srgbClr val="003366"/>
                </a:solidFill>
                <a:latin typeface="Arial"/>
                <a:cs typeface="Arial"/>
              </a:rPr>
              <a:t>addresses, </a:t>
            </a:r>
            <a:r>
              <a:rPr sz="2400" dirty="0">
                <a:solidFill>
                  <a:srgbClr val="003366"/>
                </a:solidFill>
                <a:latin typeface="Arial"/>
                <a:cs typeface="Arial"/>
              </a:rPr>
              <a:t>the </a:t>
            </a:r>
            <a:r>
              <a:rPr sz="2400" spc="-6" dirty="0">
                <a:solidFill>
                  <a:srgbClr val="003366"/>
                </a:solidFill>
                <a:latin typeface="Arial"/>
                <a:cs typeface="Arial"/>
              </a:rPr>
              <a:t>standard address class  structure has been expanded by  borrowing </a:t>
            </a:r>
            <a:r>
              <a:rPr sz="2400" dirty="0">
                <a:solidFill>
                  <a:srgbClr val="003366"/>
                </a:solidFill>
                <a:latin typeface="Arial"/>
                <a:cs typeface="Arial"/>
              </a:rPr>
              <a:t>bits </a:t>
            </a:r>
            <a:r>
              <a:rPr sz="2400" spc="-6" dirty="0">
                <a:solidFill>
                  <a:srgbClr val="003366"/>
                </a:solidFill>
                <a:latin typeface="Arial"/>
                <a:cs typeface="Arial"/>
              </a:rPr>
              <a:t>from </a:t>
            </a:r>
            <a:r>
              <a:rPr sz="2400" dirty="0">
                <a:solidFill>
                  <a:srgbClr val="003366"/>
                </a:solidFill>
                <a:latin typeface="Arial"/>
                <a:cs typeface="Arial"/>
              </a:rPr>
              <a:t>the Host portion to  allow for </a:t>
            </a:r>
            <a:r>
              <a:rPr sz="2400" spc="-6" dirty="0">
                <a:solidFill>
                  <a:srgbClr val="003366"/>
                </a:solidFill>
                <a:latin typeface="Arial"/>
                <a:cs typeface="Arial"/>
              </a:rPr>
              <a:t>more</a:t>
            </a:r>
            <a:r>
              <a:rPr sz="2400" spc="-50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03366"/>
                </a:solidFill>
                <a:latin typeface="Arial"/>
                <a:cs typeface="Arial"/>
              </a:rPr>
              <a:t>Networks.</a:t>
            </a:r>
            <a:endParaRPr sz="2400" dirty="0">
              <a:latin typeface="Arial"/>
              <a:cs typeface="Arial"/>
            </a:endParaRPr>
          </a:p>
          <a:p>
            <a:pPr marL="390462" marR="683133" indent="-377190" algn="just">
              <a:lnSpc>
                <a:spcPct val="90000"/>
              </a:lnSpc>
              <a:spcBef>
                <a:spcPts val="792"/>
              </a:spcBef>
              <a:buSzPct val="75000"/>
              <a:buFont typeface="Wingdings"/>
              <a:buChar char=""/>
              <a:tabLst>
                <a:tab pos="391160" algn="l"/>
              </a:tabLst>
            </a:pPr>
            <a:r>
              <a:rPr sz="2400" spc="-6" dirty="0">
                <a:solidFill>
                  <a:srgbClr val="003366"/>
                </a:solidFill>
                <a:latin typeface="Arial"/>
                <a:cs typeface="Arial"/>
              </a:rPr>
              <a:t>Under </a:t>
            </a:r>
            <a:r>
              <a:rPr sz="2400" dirty="0">
                <a:solidFill>
                  <a:srgbClr val="003366"/>
                </a:solidFill>
                <a:latin typeface="Arial"/>
                <a:cs typeface="Arial"/>
              </a:rPr>
              <a:t>this </a:t>
            </a:r>
            <a:r>
              <a:rPr sz="2400" spc="-6" dirty="0">
                <a:solidFill>
                  <a:srgbClr val="003366"/>
                </a:solidFill>
                <a:latin typeface="Arial"/>
                <a:cs typeface="Arial"/>
              </a:rPr>
              <a:t>addressing </a:t>
            </a:r>
            <a:r>
              <a:rPr sz="2400" dirty="0">
                <a:solidFill>
                  <a:srgbClr val="003366"/>
                </a:solidFill>
                <a:latin typeface="Arial"/>
                <a:cs typeface="Arial"/>
              </a:rPr>
              <a:t>scheme, called </a:t>
            </a:r>
            <a:r>
              <a:rPr sz="2400" dirty="0">
                <a:solidFill>
                  <a:srgbClr val="993300"/>
                </a:solidFill>
                <a:latin typeface="Arial"/>
                <a:cs typeface="Arial"/>
              </a:rPr>
              <a:t> </a:t>
            </a:r>
            <a:r>
              <a:rPr sz="2400" spc="-6" dirty="0">
                <a:solidFill>
                  <a:srgbClr val="993300"/>
                </a:solidFill>
                <a:latin typeface="Arial"/>
                <a:cs typeface="Arial"/>
              </a:rPr>
              <a:t>Subnetting</a:t>
            </a:r>
            <a:r>
              <a:rPr sz="2400" spc="-6" dirty="0">
                <a:solidFill>
                  <a:srgbClr val="003366"/>
                </a:solidFill>
                <a:latin typeface="Arial"/>
                <a:cs typeface="Arial"/>
              </a:rPr>
              <a:t>, separating </a:t>
            </a:r>
            <a:r>
              <a:rPr sz="2400" dirty="0">
                <a:solidFill>
                  <a:srgbClr val="003366"/>
                </a:solidFill>
                <a:latin typeface="Arial"/>
                <a:cs typeface="Arial"/>
              </a:rPr>
              <a:t>the </a:t>
            </a:r>
            <a:r>
              <a:rPr sz="2400" spc="-6" dirty="0">
                <a:solidFill>
                  <a:srgbClr val="003366"/>
                </a:solidFill>
                <a:latin typeface="Arial"/>
                <a:cs typeface="Arial"/>
              </a:rPr>
              <a:t>Network </a:t>
            </a:r>
            <a:r>
              <a:rPr sz="2400" dirty="0">
                <a:solidFill>
                  <a:srgbClr val="003366"/>
                </a:solidFill>
                <a:latin typeface="Arial"/>
                <a:cs typeface="Arial"/>
              </a:rPr>
              <a:t>&amp;  </a:t>
            </a:r>
            <a:r>
              <a:rPr sz="2400" spc="-6" dirty="0">
                <a:solidFill>
                  <a:srgbClr val="003366"/>
                </a:solidFill>
                <a:latin typeface="Arial"/>
                <a:cs typeface="Arial"/>
              </a:rPr>
              <a:t>Host requires a </a:t>
            </a:r>
            <a:r>
              <a:rPr sz="2400" dirty="0">
                <a:solidFill>
                  <a:srgbClr val="003366"/>
                </a:solidFill>
                <a:latin typeface="Arial"/>
                <a:cs typeface="Arial"/>
              </a:rPr>
              <a:t>special </a:t>
            </a:r>
            <a:r>
              <a:rPr sz="2400" spc="-6" dirty="0">
                <a:solidFill>
                  <a:srgbClr val="003366"/>
                </a:solidFill>
                <a:latin typeface="Arial"/>
                <a:cs typeface="Arial"/>
              </a:rPr>
              <a:t>process called </a:t>
            </a:r>
            <a:r>
              <a:rPr sz="2400" spc="-6" dirty="0">
                <a:solidFill>
                  <a:srgbClr val="993300"/>
                </a:solidFill>
                <a:latin typeface="Arial"/>
                <a:cs typeface="Arial"/>
              </a:rPr>
              <a:t> Subnet</a:t>
            </a:r>
            <a:r>
              <a:rPr sz="2400" spc="-33" dirty="0">
                <a:solidFill>
                  <a:srgbClr val="9933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993300"/>
                </a:solidFill>
                <a:latin typeface="Arial"/>
                <a:cs typeface="Arial"/>
              </a:rPr>
              <a:t>Masking</a:t>
            </a:r>
            <a:r>
              <a:rPr sz="2400" dirty="0">
                <a:solidFill>
                  <a:srgbClr val="003366"/>
                </a:solidFill>
                <a:latin typeface="Arial"/>
                <a:cs typeface="Arial"/>
              </a:rPr>
              <a:t>.</a:t>
            </a:r>
            <a:endParaRPr sz="2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04946" y="1450025"/>
            <a:ext cx="6509759" cy="629660"/>
          </a:xfrm>
          <a:prstGeom prst="rect">
            <a:avLst/>
          </a:prstGeom>
        </p:spPr>
        <p:txBody>
          <a:bodyPr vert="horz" wrap="square" lIns="0" tIns="1397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3970">
              <a:spcBef>
                <a:spcPts val="110"/>
              </a:spcBef>
            </a:pPr>
            <a:r>
              <a:rPr b="1" spc="-6" dirty="0">
                <a:solidFill>
                  <a:srgbClr val="C00000"/>
                </a:solidFill>
                <a:latin typeface="Arial"/>
                <a:cs typeface="Arial"/>
              </a:rPr>
              <a:t>Subnet </a:t>
            </a:r>
            <a:r>
              <a:rPr b="1" dirty="0">
                <a:solidFill>
                  <a:srgbClr val="C00000"/>
                </a:solidFill>
                <a:latin typeface="Arial"/>
                <a:cs typeface="Arial"/>
              </a:rPr>
              <a:t>Mask</a:t>
            </a:r>
            <a:r>
              <a:rPr b="1" spc="-66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080" b="1" i="1" spc="-6" dirty="0">
                <a:solidFill>
                  <a:srgbClr val="C00000"/>
                </a:solidFill>
                <a:latin typeface="Arial"/>
                <a:cs typeface="Arial"/>
              </a:rPr>
              <a:t>(Cont.)</a:t>
            </a:r>
            <a:endParaRPr sz="3080" dirty="0">
              <a:solidFill>
                <a:srgbClr val="C00000"/>
              </a:solidFill>
              <a:latin typeface="Arial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610FC9-0B30-8B4A-8BE3-9ABCD6E40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0269B-3FF7-874D-8ED1-2D9E2506D078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3" name="object 3"/>
          <p:cNvSpPr txBox="1"/>
          <p:nvPr/>
        </p:nvSpPr>
        <p:spPr>
          <a:xfrm>
            <a:off x="1008969" y="2687712"/>
            <a:ext cx="8583918" cy="3874265"/>
          </a:xfrm>
          <a:prstGeom prst="rect">
            <a:avLst/>
          </a:prstGeom>
        </p:spPr>
        <p:txBody>
          <a:bodyPr vert="horz" wrap="square" lIns="0" tIns="64261" rIns="0" bIns="0" rtlCol="0">
            <a:spAutoFit/>
          </a:bodyPr>
          <a:lstStyle/>
          <a:p>
            <a:pPr marL="390462" marR="1054735" indent="-377190" algn="l">
              <a:lnSpc>
                <a:spcPct val="90000"/>
              </a:lnSpc>
              <a:spcBef>
                <a:spcPts val="505"/>
              </a:spcBef>
              <a:buSzPct val="75000"/>
              <a:buFont typeface="Wingdings"/>
              <a:buChar char=""/>
              <a:tabLst>
                <a:tab pos="391160" algn="l"/>
              </a:tabLst>
            </a:pPr>
            <a:r>
              <a:rPr sz="2800" dirty="0">
                <a:solidFill>
                  <a:srgbClr val="003366"/>
                </a:solidFill>
                <a:latin typeface="Arial"/>
                <a:cs typeface="Arial"/>
              </a:rPr>
              <a:t>The </a:t>
            </a:r>
            <a:r>
              <a:rPr sz="2800" spc="-6" dirty="0">
                <a:solidFill>
                  <a:srgbClr val="003366"/>
                </a:solidFill>
                <a:latin typeface="Arial"/>
                <a:cs typeface="Arial"/>
              </a:rPr>
              <a:t>subnet masking process was  developed </a:t>
            </a:r>
            <a:r>
              <a:rPr sz="2800" dirty="0">
                <a:solidFill>
                  <a:srgbClr val="003366"/>
                </a:solidFill>
                <a:latin typeface="Arial"/>
                <a:cs typeface="Arial"/>
              </a:rPr>
              <a:t>to </a:t>
            </a:r>
            <a:r>
              <a:rPr sz="2800" spc="-6" dirty="0">
                <a:solidFill>
                  <a:srgbClr val="003366"/>
                </a:solidFill>
                <a:latin typeface="Arial"/>
                <a:cs typeface="Arial"/>
              </a:rPr>
              <a:t>identify </a:t>
            </a:r>
            <a:r>
              <a:rPr sz="2800" dirty="0">
                <a:solidFill>
                  <a:srgbClr val="003366"/>
                </a:solidFill>
                <a:latin typeface="Arial"/>
                <a:cs typeface="Arial"/>
              </a:rPr>
              <a:t>&amp; extract</a:t>
            </a:r>
            <a:r>
              <a:rPr sz="2800" spc="-66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03366"/>
                </a:solidFill>
                <a:latin typeface="Arial"/>
                <a:cs typeface="Arial"/>
              </a:rPr>
              <a:t>the  </a:t>
            </a:r>
            <a:r>
              <a:rPr sz="2800" spc="-6" dirty="0">
                <a:solidFill>
                  <a:srgbClr val="003366"/>
                </a:solidFill>
                <a:latin typeface="Arial"/>
                <a:cs typeface="Arial"/>
              </a:rPr>
              <a:t>Network </a:t>
            </a:r>
            <a:r>
              <a:rPr sz="2800" dirty="0">
                <a:solidFill>
                  <a:srgbClr val="003366"/>
                </a:solidFill>
                <a:latin typeface="Arial"/>
                <a:cs typeface="Arial"/>
              </a:rPr>
              <a:t>part of the</a:t>
            </a:r>
            <a:r>
              <a:rPr sz="2800" spc="-33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800" spc="-6" dirty="0">
                <a:solidFill>
                  <a:srgbClr val="003366"/>
                </a:solidFill>
                <a:latin typeface="Arial"/>
                <a:cs typeface="Arial"/>
              </a:rPr>
              <a:t>address.</a:t>
            </a:r>
            <a:endParaRPr sz="2800" dirty="0">
              <a:latin typeface="Arial"/>
              <a:cs typeface="Arial"/>
            </a:endParaRPr>
          </a:p>
          <a:p>
            <a:pPr marL="390462" marR="5588" indent="-377190" algn="l">
              <a:lnSpc>
                <a:spcPct val="90000"/>
              </a:lnSpc>
              <a:spcBef>
                <a:spcPts val="792"/>
              </a:spcBef>
              <a:buSzPct val="75000"/>
              <a:buFont typeface="Wingdings"/>
              <a:buChar char=""/>
              <a:tabLst>
                <a:tab pos="390462" algn="l"/>
                <a:tab pos="391160" algn="l"/>
              </a:tabLst>
            </a:pPr>
            <a:r>
              <a:rPr sz="2800" dirty="0">
                <a:solidFill>
                  <a:srgbClr val="003366"/>
                </a:solidFill>
                <a:latin typeface="Arial"/>
                <a:cs typeface="Arial"/>
              </a:rPr>
              <a:t>A </a:t>
            </a:r>
            <a:r>
              <a:rPr sz="2800" spc="-6" dirty="0">
                <a:solidFill>
                  <a:srgbClr val="003366"/>
                </a:solidFill>
                <a:latin typeface="Arial"/>
                <a:cs typeface="Arial"/>
              </a:rPr>
              <a:t>subnet </a:t>
            </a:r>
            <a:r>
              <a:rPr sz="2800" dirty="0">
                <a:solidFill>
                  <a:srgbClr val="003366"/>
                </a:solidFill>
                <a:latin typeface="Arial"/>
                <a:cs typeface="Arial"/>
              </a:rPr>
              <a:t>mask, which </a:t>
            </a:r>
            <a:r>
              <a:rPr sz="2800" spc="-6" dirty="0">
                <a:solidFill>
                  <a:srgbClr val="003366"/>
                </a:solidFill>
                <a:latin typeface="Arial"/>
                <a:cs typeface="Arial"/>
              </a:rPr>
              <a:t>contains a</a:t>
            </a:r>
            <a:r>
              <a:rPr sz="2800" spc="-242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800" spc="-6" dirty="0">
                <a:solidFill>
                  <a:srgbClr val="003366"/>
                </a:solidFill>
                <a:latin typeface="Arial"/>
                <a:cs typeface="Arial"/>
              </a:rPr>
              <a:t>binary  </a:t>
            </a:r>
            <a:r>
              <a:rPr sz="2800" dirty="0">
                <a:solidFill>
                  <a:srgbClr val="003366"/>
                </a:solidFill>
                <a:latin typeface="Arial"/>
                <a:cs typeface="Arial"/>
              </a:rPr>
              <a:t>bit </a:t>
            </a:r>
            <a:r>
              <a:rPr sz="2800" spc="-6" dirty="0">
                <a:solidFill>
                  <a:srgbClr val="003366"/>
                </a:solidFill>
                <a:latin typeface="Arial"/>
                <a:cs typeface="Arial"/>
              </a:rPr>
              <a:t>pattern </a:t>
            </a:r>
            <a:r>
              <a:rPr sz="2800" dirty="0">
                <a:solidFill>
                  <a:srgbClr val="003366"/>
                </a:solidFill>
                <a:latin typeface="Arial"/>
                <a:cs typeface="Arial"/>
              </a:rPr>
              <a:t>of ones &amp; </a:t>
            </a:r>
            <a:r>
              <a:rPr sz="2800" spc="-6" dirty="0">
                <a:solidFill>
                  <a:srgbClr val="003366"/>
                </a:solidFill>
                <a:latin typeface="Arial"/>
                <a:cs typeface="Arial"/>
              </a:rPr>
              <a:t>zeros, </a:t>
            </a:r>
            <a:r>
              <a:rPr sz="2800" dirty="0">
                <a:solidFill>
                  <a:srgbClr val="003366"/>
                </a:solidFill>
                <a:latin typeface="Arial"/>
                <a:cs typeface="Arial"/>
              </a:rPr>
              <a:t>is </a:t>
            </a:r>
            <a:r>
              <a:rPr sz="2800" spc="-6" dirty="0">
                <a:solidFill>
                  <a:srgbClr val="003366"/>
                </a:solidFill>
                <a:latin typeface="Arial"/>
                <a:cs typeface="Arial"/>
              </a:rPr>
              <a:t>applied</a:t>
            </a:r>
            <a:r>
              <a:rPr sz="2800" spc="-61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03366"/>
                </a:solidFill>
                <a:latin typeface="Arial"/>
                <a:cs typeface="Arial"/>
              </a:rPr>
              <a:t>to  </a:t>
            </a:r>
            <a:r>
              <a:rPr sz="2800" spc="-6" dirty="0">
                <a:solidFill>
                  <a:srgbClr val="003366"/>
                </a:solidFill>
                <a:latin typeface="Arial"/>
                <a:cs typeface="Arial"/>
              </a:rPr>
              <a:t>an address </a:t>
            </a:r>
            <a:r>
              <a:rPr sz="2800" dirty="0">
                <a:solidFill>
                  <a:srgbClr val="003366"/>
                </a:solidFill>
                <a:latin typeface="Arial"/>
                <a:cs typeface="Arial"/>
              </a:rPr>
              <a:t>to </a:t>
            </a:r>
            <a:r>
              <a:rPr sz="2800" spc="-6" dirty="0">
                <a:solidFill>
                  <a:srgbClr val="003366"/>
                </a:solidFill>
                <a:latin typeface="Arial"/>
                <a:cs typeface="Arial"/>
              </a:rPr>
              <a:t>determine whether </a:t>
            </a:r>
            <a:r>
              <a:rPr sz="2800" dirty="0">
                <a:solidFill>
                  <a:srgbClr val="003366"/>
                </a:solidFill>
                <a:latin typeface="Arial"/>
                <a:cs typeface="Arial"/>
              </a:rPr>
              <a:t>the  </a:t>
            </a:r>
            <a:r>
              <a:rPr sz="2800" spc="-6" dirty="0">
                <a:solidFill>
                  <a:srgbClr val="003366"/>
                </a:solidFill>
                <a:latin typeface="Arial"/>
                <a:cs typeface="Arial"/>
              </a:rPr>
              <a:t>address is on </a:t>
            </a:r>
            <a:r>
              <a:rPr sz="2800" spc="-11" dirty="0">
                <a:solidFill>
                  <a:srgbClr val="003366"/>
                </a:solidFill>
                <a:latin typeface="Arial"/>
                <a:cs typeface="Arial"/>
              </a:rPr>
              <a:t>the </a:t>
            </a:r>
            <a:r>
              <a:rPr sz="2800" dirty="0">
                <a:solidFill>
                  <a:srgbClr val="003366"/>
                </a:solidFill>
                <a:latin typeface="Arial"/>
                <a:cs typeface="Arial"/>
              </a:rPr>
              <a:t>local</a:t>
            </a:r>
            <a:r>
              <a:rPr sz="2800" spc="-38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03366"/>
                </a:solidFill>
                <a:latin typeface="Arial"/>
                <a:cs typeface="Arial"/>
              </a:rPr>
              <a:t>Network.</a:t>
            </a:r>
            <a:endParaRPr sz="2800" dirty="0">
              <a:latin typeface="Arial"/>
              <a:cs typeface="Arial"/>
            </a:endParaRPr>
          </a:p>
          <a:p>
            <a:pPr marL="390462" marR="50292" indent="-377190" algn="l">
              <a:lnSpc>
                <a:spcPts val="3564"/>
              </a:lnSpc>
              <a:spcBef>
                <a:spcPts val="847"/>
              </a:spcBef>
              <a:buSzPct val="75000"/>
              <a:buFont typeface="Wingdings"/>
              <a:buChar char=""/>
              <a:tabLst>
                <a:tab pos="390462" algn="l"/>
                <a:tab pos="391160" algn="l"/>
              </a:tabLst>
            </a:pPr>
            <a:r>
              <a:rPr sz="2800" dirty="0">
                <a:solidFill>
                  <a:srgbClr val="003366"/>
                </a:solidFill>
                <a:latin typeface="Arial"/>
                <a:cs typeface="Arial"/>
              </a:rPr>
              <a:t>If it is </a:t>
            </a:r>
            <a:r>
              <a:rPr sz="2800" spc="-6" dirty="0">
                <a:solidFill>
                  <a:srgbClr val="003366"/>
                </a:solidFill>
                <a:latin typeface="Arial"/>
                <a:cs typeface="Arial"/>
              </a:rPr>
              <a:t>not, </a:t>
            </a:r>
            <a:r>
              <a:rPr sz="2800" dirty="0">
                <a:solidFill>
                  <a:srgbClr val="003366"/>
                </a:solidFill>
                <a:latin typeface="Arial"/>
                <a:cs typeface="Arial"/>
              </a:rPr>
              <a:t>the </a:t>
            </a:r>
            <a:r>
              <a:rPr sz="2800" spc="-6" dirty="0">
                <a:solidFill>
                  <a:srgbClr val="003366"/>
                </a:solidFill>
                <a:latin typeface="Arial"/>
                <a:cs typeface="Arial"/>
              </a:rPr>
              <a:t>process </a:t>
            </a:r>
            <a:r>
              <a:rPr sz="2800" dirty="0">
                <a:solidFill>
                  <a:srgbClr val="003366"/>
                </a:solidFill>
                <a:latin typeface="Arial"/>
                <a:cs typeface="Arial"/>
              </a:rPr>
              <a:t>of </a:t>
            </a:r>
            <a:r>
              <a:rPr sz="2800" spc="-6" dirty="0">
                <a:solidFill>
                  <a:srgbClr val="003366"/>
                </a:solidFill>
                <a:latin typeface="Arial"/>
                <a:cs typeface="Arial"/>
              </a:rPr>
              <a:t>routing </a:t>
            </a:r>
            <a:r>
              <a:rPr sz="2800" dirty="0">
                <a:solidFill>
                  <a:srgbClr val="003366"/>
                </a:solidFill>
                <a:latin typeface="Arial"/>
                <a:cs typeface="Arial"/>
              </a:rPr>
              <a:t>it to</a:t>
            </a:r>
            <a:r>
              <a:rPr sz="2800" spc="-50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03366"/>
                </a:solidFill>
                <a:latin typeface="Arial"/>
                <a:cs typeface="Arial"/>
              </a:rPr>
              <a:t>an  </a:t>
            </a:r>
            <a:r>
              <a:rPr sz="2800" spc="-6" dirty="0">
                <a:solidFill>
                  <a:srgbClr val="003366"/>
                </a:solidFill>
                <a:latin typeface="Arial"/>
                <a:cs typeface="Arial"/>
              </a:rPr>
              <a:t>outside network</a:t>
            </a:r>
            <a:r>
              <a:rPr sz="2800" spc="-17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800" spc="-6" dirty="0">
                <a:solidFill>
                  <a:srgbClr val="003366"/>
                </a:solidFill>
                <a:latin typeface="Arial"/>
                <a:cs typeface="Arial"/>
              </a:rPr>
              <a:t>begins.</a:t>
            </a:r>
            <a:endParaRPr sz="2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04946" y="1450025"/>
            <a:ext cx="6326879" cy="629660"/>
          </a:xfrm>
          <a:prstGeom prst="rect">
            <a:avLst/>
          </a:prstGeom>
        </p:spPr>
        <p:txBody>
          <a:bodyPr vert="horz" wrap="square" lIns="0" tIns="1397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3970">
              <a:spcBef>
                <a:spcPts val="110"/>
              </a:spcBef>
            </a:pPr>
            <a:r>
              <a:rPr b="1" spc="-6" dirty="0">
                <a:solidFill>
                  <a:srgbClr val="C00000"/>
                </a:solidFill>
                <a:latin typeface="Arial"/>
                <a:cs typeface="Arial"/>
              </a:rPr>
              <a:t>Subnet </a:t>
            </a:r>
            <a:r>
              <a:rPr b="1" dirty="0">
                <a:solidFill>
                  <a:srgbClr val="C00000"/>
                </a:solidFill>
                <a:latin typeface="Arial"/>
                <a:cs typeface="Arial"/>
              </a:rPr>
              <a:t>Mask</a:t>
            </a:r>
            <a:r>
              <a:rPr b="1" spc="-66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080" b="1" i="1" spc="-6" dirty="0">
                <a:solidFill>
                  <a:srgbClr val="C00000"/>
                </a:solidFill>
                <a:latin typeface="Arial"/>
                <a:cs typeface="Arial"/>
              </a:rPr>
              <a:t>(Cont.)</a:t>
            </a:r>
            <a:endParaRPr sz="3080" dirty="0">
              <a:solidFill>
                <a:srgbClr val="C00000"/>
              </a:solidFill>
              <a:latin typeface="Arial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5EDED2-201A-6142-BBAE-616C09017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0269B-3FF7-874D-8ED1-2D9E2506D078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3" name="object 3"/>
          <p:cNvSpPr txBox="1"/>
          <p:nvPr/>
        </p:nvSpPr>
        <p:spPr>
          <a:xfrm>
            <a:off x="1008968" y="2687713"/>
            <a:ext cx="8154289" cy="3991092"/>
          </a:xfrm>
          <a:prstGeom prst="rect">
            <a:avLst/>
          </a:prstGeom>
        </p:spPr>
        <p:txBody>
          <a:bodyPr vert="horz" wrap="square" lIns="0" tIns="64261" rIns="0" bIns="0" rtlCol="0">
            <a:spAutoFit/>
          </a:bodyPr>
          <a:lstStyle/>
          <a:p>
            <a:pPr marL="390462" marR="5588" indent="-377190" algn="l">
              <a:lnSpc>
                <a:spcPct val="90000"/>
              </a:lnSpc>
              <a:spcBef>
                <a:spcPts val="505"/>
              </a:spcBef>
              <a:buSzPct val="75000"/>
              <a:buFont typeface="Wingdings"/>
              <a:buChar char=""/>
              <a:tabLst>
                <a:tab pos="390462" algn="l"/>
                <a:tab pos="391160" algn="l"/>
              </a:tabLst>
            </a:pPr>
            <a:r>
              <a:rPr sz="3300" dirty="0">
                <a:solidFill>
                  <a:srgbClr val="003366"/>
                </a:solidFill>
                <a:latin typeface="Arial"/>
                <a:cs typeface="Arial"/>
              </a:rPr>
              <a:t>The </a:t>
            </a:r>
            <a:r>
              <a:rPr sz="2400" spc="-6" dirty="0">
                <a:solidFill>
                  <a:srgbClr val="003366"/>
                </a:solidFill>
                <a:latin typeface="Arial"/>
                <a:cs typeface="Arial"/>
              </a:rPr>
              <a:t>function </a:t>
            </a:r>
            <a:r>
              <a:rPr sz="2400" dirty="0">
                <a:solidFill>
                  <a:srgbClr val="003366"/>
                </a:solidFill>
                <a:latin typeface="Arial"/>
                <a:cs typeface="Arial"/>
              </a:rPr>
              <a:t>of </a:t>
            </a:r>
            <a:r>
              <a:rPr sz="2400" spc="-6" dirty="0">
                <a:solidFill>
                  <a:srgbClr val="003366"/>
                </a:solidFill>
                <a:latin typeface="Arial"/>
                <a:cs typeface="Arial"/>
              </a:rPr>
              <a:t>a subnet mask </a:t>
            </a:r>
            <a:r>
              <a:rPr sz="2400" dirty="0">
                <a:solidFill>
                  <a:srgbClr val="003366"/>
                </a:solidFill>
                <a:latin typeface="Arial"/>
                <a:cs typeface="Arial"/>
              </a:rPr>
              <a:t>is </a:t>
            </a:r>
            <a:r>
              <a:rPr sz="2400" spc="-11" dirty="0">
                <a:solidFill>
                  <a:srgbClr val="003366"/>
                </a:solidFill>
                <a:latin typeface="Arial"/>
                <a:cs typeface="Arial"/>
              </a:rPr>
              <a:t>to  </a:t>
            </a:r>
            <a:r>
              <a:rPr sz="2400" spc="-6" dirty="0">
                <a:solidFill>
                  <a:srgbClr val="003366"/>
                </a:solidFill>
                <a:latin typeface="Arial"/>
                <a:cs typeface="Arial"/>
              </a:rPr>
              <a:t>determine </a:t>
            </a:r>
            <a:r>
              <a:rPr sz="2400" dirty="0">
                <a:solidFill>
                  <a:srgbClr val="003366"/>
                </a:solidFill>
                <a:latin typeface="Arial"/>
                <a:cs typeface="Arial"/>
              </a:rPr>
              <a:t>whether an IP address exists  </a:t>
            </a:r>
            <a:r>
              <a:rPr sz="2400" spc="-6" dirty="0">
                <a:solidFill>
                  <a:srgbClr val="003366"/>
                </a:solidFill>
                <a:latin typeface="Arial"/>
                <a:cs typeface="Arial"/>
              </a:rPr>
              <a:t>on </a:t>
            </a:r>
            <a:r>
              <a:rPr sz="2400" spc="-11" dirty="0">
                <a:solidFill>
                  <a:srgbClr val="003366"/>
                </a:solidFill>
                <a:latin typeface="Arial"/>
                <a:cs typeface="Arial"/>
              </a:rPr>
              <a:t>the </a:t>
            </a:r>
            <a:r>
              <a:rPr sz="2400" dirty="0">
                <a:solidFill>
                  <a:srgbClr val="003366"/>
                </a:solidFill>
                <a:latin typeface="Arial"/>
                <a:cs typeface="Arial"/>
              </a:rPr>
              <a:t>local </a:t>
            </a:r>
            <a:r>
              <a:rPr sz="2400" spc="-6" dirty="0">
                <a:solidFill>
                  <a:srgbClr val="003366"/>
                </a:solidFill>
                <a:latin typeface="Arial"/>
                <a:cs typeface="Arial"/>
              </a:rPr>
              <a:t>network or whether </a:t>
            </a:r>
            <a:r>
              <a:rPr sz="2400" dirty="0">
                <a:solidFill>
                  <a:srgbClr val="003366"/>
                </a:solidFill>
                <a:latin typeface="Arial"/>
                <a:cs typeface="Arial"/>
              </a:rPr>
              <a:t>it </a:t>
            </a:r>
            <a:r>
              <a:rPr sz="2400" spc="-6" dirty="0">
                <a:solidFill>
                  <a:srgbClr val="003366"/>
                </a:solidFill>
                <a:latin typeface="Arial"/>
                <a:cs typeface="Arial"/>
              </a:rPr>
              <a:t>must be  routed outside </a:t>
            </a:r>
            <a:r>
              <a:rPr sz="2400" dirty="0">
                <a:solidFill>
                  <a:srgbClr val="003366"/>
                </a:solidFill>
                <a:latin typeface="Arial"/>
                <a:cs typeface="Arial"/>
              </a:rPr>
              <a:t>the </a:t>
            </a:r>
            <a:r>
              <a:rPr sz="2400" spc="-6" dirty="0">
                <a:solidFill>
                  <a:srgbClr val="003366"/>
                </a:solidFill>
                <a:latin typeface="Arial"/>
                <a:cs typeface="Arial"/>
              </a:rPr>
              <a:t>local</a:t>
            </a:r>
            <a:r>
              <a:rPr sz="2400" spc="-61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03366"/>
                </a:solidFill>
                <a:latin typeface="Arial"/>
                <a:cs typeface="Arial"/>
              </a:rPr>
              <a:t>network.</a:t>
            </a:r>
            <a:endParaRPr sz="2400" dirty="0">
              <a:latin typeface="Arial"/>
              <a:cs typeface="Arial"/>
            </a:endParaRPr>
          </a:p>
          <a:p>
            <a:pPr marL="390462" marR="421196" indent="-377190" algn="l">
              <a:lnSpc>
                <a:spcPts val="3564"/>
              </a:lnSpc>
              <a:spcBef>
                <a:spcPts val="847"/>
              </a:spcBef>
              <a:buSzPct val="75000"/>
              <a:buFont typeface="Wingdings"/>
              <a:buChar char=""/>
              <a:tabLst>
                <a:tab pos="390462" algn="l"/>
                <a:tab pos="391160" algn="l"/>
              </a:tabLst>
            </a:pPr>
            <a:r>
              <a:rPr sz="2400" dirty="0">
                <a:solidFill>
                  <a:srgbClr val="003366"/>
                </a:solidFill>
                <a:latin typeface="Arial"/>
                <a:cs typeface="Arial"/>
              </a:rPr>
              <a:t>It </a:t>
            </a:r>
            <a:r>
              <a:rPr sz="2400" spc="-6" dirty="0">
                <a:solidFill>
                  <a:srgbClr val="003366"/>
                </a:solidFill>
                <a:latin typeface="Arial"/>
                <a:cs typeface="Arial"/>
              </a:rPr>
              <a:t>is applied </a:t>
            </a:r>
            <a:r>
              <a:rPr sz="2400" dirty="0">
                <a:solidFill>
                  <a:srgbClr val="003366"/>
                </a:solidFill>
                <a:latin typeface="Arial"/>
                <a:cs typeface="Arial"/>
              </a:rPr>
              <a:t>to a </a:t>
            </a:r>
            <a:r>
              <a:rPr sz="2400" spc="-11" dirty="0">
                <a:solidFill>
                  <a:srgbClr val="003366"/>
                </a:solidFill>
                <a:latin typeface="Arial"/>
                <a:cs typeface="Arial"/>
              </a:rPr>
              <a:t>message’s </a:t>
            </a:r>
            <a:r>
              <a:rPr sz="2400" spc="-6" dirty="0">
                <a:solidFill>
                  <a:srgbClr val="003366"/>
                </a:solidFill>
                <a:latin typeface="Arial"/>
                <a:cs typeface="Arial"/>
              </a:rPr>
              <a:t>destination  address </a:t>
            </a:r>
            <a:r>
              <a:rPr sz="2400" dirty="0">
                <a:solidFill>
                  <a:srgbClr val="003366"/>
                </a:solidFill>
                <a:latin typeface="Arial"/>
                <a:cs typeface="Arial"/>
              </a:rPr>
              <a:t>to </a:t>
            </a:r>
            <a:r>
              <a:rPr sz="2400" spc="-6" dirty="0">
                <a:solidFill>
                  <a:srgbClr val="003366"/>
                </a:solidFill>
                <a:latin typeface="Arial"/>
                <a:cs typeface="Arial"/>
              </a:rPr>
              <a:t>extract </a:t>
            </a:r>
            <a:r>
              <a:rPr sz="2400" dirty="0">
                <a:solidFill>
                  <a:srgbClr val="003366"/>
                </a:solidFill>
                <a:latin typeface="Arial"/>
                <a:cs typeface="Arial"/>
              </a:rPr>
              <a:t>the </a:t>
            </a:r>
            <a:r>
              <a:rPr sz="2400" spc="-6" dirty="0">
                <a:solidFill>
                  <a:srgbClr val="003366"/>
                </a:solidFill>
                <a:latin typeface="Arial"/>
                <a:cs typeface="Arial"/>
              </a:rPr>
              <a:t>network</a:t>
            </a:r>
            <a:r>
              <a:rPr sz="2400" spc="11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400" spc="-6" dirty="0">
                <a:solidFill>
                  <a:srgbClr val="003366"/>
                </a:solidFill>
                <a:latin typeface="Arial"/>
                <a:cs typeface="Arial"/>
              </a:rPr>
              <a:t>address.</a:t>
            </a:r>
            <a:endParaRPr sz="2400" dirty="0">
              <a:latin typeface="Arial"/>
              <a:cs typeface="Arial"/>
            </a:endParaRPr>
          </a:p>
          <a:p>
            <a:pPr marL="390462" marR="95695" indent="-377190" algn="l">
              <a:lnSpc>
                <a:spcPct val="90000"/>
              </a:lnSpc>
              <a:spcBef>
                <a:spcPts val="737"/>
              </a:spcBef>
              <a:buSzPct val="75000"/>
              <a:buFont typeface="Wingdings"/>
              <a:buChar char=""/>
              <a:tabLst>
                <a:tab pos="390462" algn="l"/>
                <a:tab pos="391160" algn="l"/>
              </a:tabLst>
            </a:pPr>
            <a:r>
              <a:rPr sz="2400" dirty="0">
                <a:solidFill>
                  <a:srgbClr val="003366"/>
                </a:solidFill>
                <a:latin typeface="Arial"/>
                <a:cs typeface="Arial"/>
              </a:rPr>
              <a:t>If the </a:t>
            </a:r>
            <a:r>
              <a:rPr sz="2400" spc="-6" dirty="0">
                <a:solidFill>
                  <a:srgbClr val="003366"/>
                </a:solidFill>
                <a:latin typeface="Arial"/>
                <a:cs typeface="Arial"/>
              </a:rPr>
              <a:t>extracted network address </a:t>
            </a:r>
            <a:r>
              <a:rPr sz="2400" dirty="0">
                <a:solidFill>
                  <a:srgbClr val="003366"/>
                </a:solidFill>
                <a:latin typeface="Arial"/>
                <a:cs typeface="Arial"/>
              </a:rPr>
              <a:t>matches  the local </a:t>
            </a:r>
            <a:r>
              <a:rPr sz="2400" spc="-6" dirty="0">
                <a:solidFill>
                  <a:srgbClr val="003366"/>
                </a:solidFill>
                <a:latin typeface="Arial"/>
                <a:cs typeface="Arial"/>
              </a:rPr>
              <a:t>network ID, </a:t>
            </a:r>
            <a:r>
              <a:rPr sz="2400" dirty="0">
                <a:solidFill>
                  <a:srgbClr val="003366"/>
                </a:solidFill>
                <a:latin typeface="Arial"/>
                <a:cs typeface="Arial"/>
              </a:rPr>
              <a:t>the </a:t>
            </a:r>
            <a:r>
              <a:rPr sz="2400" spc="-6" dirty="0">
                <a:solidFill>
                  <a:srgbClr val="003366"/>
                </a:solidFill>
                <a:latin typeface="Arial"/>
                <a:cs typeface="Arial"/>
              </a:rPr>
              <a:t>destination </a:t>
            </a:r>
            <a:r>
              <a:rPr sz="2400" dirty="0">
                <a:solidFill>
                  <a:srgbClr val="003366"/>
                </a:solidFill>
                <a:latin typeface="Arial"/>
                <a:cs typeface="Arial"/>
              </a:rPr>
              <a:t>is  </a:t>
            </a:r>
            <a:r>
              <a:rPr spc="-6" dirty="0">
                <a:solidFill>
                  <a:srgbClr val="003366"/>
                </a:solidFill>
                <a:latin typeface="Arial"/>
                <a:cs typeface="Arial"/>
              </a:rPr>
              <a:t>located</a:t>
            </a:r>
            <a:r>
              <a:rPr sz="2800" spc="-6" dirty="0">
                <a:solidFill>
                  <a:srgbClr val="003366"/>
                </a:solidFill>
                <a:latin typeface="Arial"/>
                <a:cs typeface="Arial"/>
              </a:rPr>
              <a:t> on </a:t>
            </a:r>
            <a:r>
              <a:rPr sz="2800" spc="-11" dirty="0">
                <a:solidFill>
                  <a:srgbClr val="003366"/>
                </a:solidFill>
                <a:latin typeface="Arial"/>
                <a:cs typeface="Arial"/>
              </a:rPr>
              <a:t>the </a:t>
            </a:r>
            <a:r>
              <a:rPr sz="2800" dirty="0">
                <a:solidFill>
                  <a:srgbClr val="003366"/>
                </a:solidFill>
                <a:latin typeface="Arial"/>
                <a:cs typeface="Arial"/>
              </a:rPr>
              <a:t>local</a:t>
            </a:r>
            <a:r>
              <a:rPr sz="2800" spc="-38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03366"/>
                </a:solidFill>
                <a:latin typeface="Arial"/>
                <a:cs typeface="Arial"/>
              </a:rPr>
              <a:t>network.</a:t>
            </a:r>
            <a:endParaRPr sz="3300" dirty="0">
              <a:latin typeface="Arial"/>
              <a:cs typeface="Arial"/>
            </a:endParaRPr>
          </a:p>
          <a:p>
            <a:pPr marR="1312482" algn="ctr">
              <a:spcBef>
                <a:spcPts val="1557"/>
              </a:spcBef>
            </a:pPr>
            <a:r>
              <a:rPr lang="en-US" sz="1540" spc="-11" dirty="0">
                <a:solidFill>
                  <a:srgbClr val="3366CC"/>
                </a:solidFill>
                <a:latin typeface="Tahoma"/>
                <a:cs typeface="Tahoma"/>
              </a:rPr>
              <a:t> </a:t>
            </a:r>
            <a:endParaRPr sz="154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04946" y="1450025"/>
            <a:ext cx="6443258" cy="629660"/>
          </a:xfrm>
          <a:prstGeom prst="rect">
            <a:avLst/>
          </a:prstGeom>
        </p:spPr>
        <p:txBody>
          <a:bodyPr vert="horz" wrap="square" lIns="0" tIns="1397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3970">
              <a:spcBef>
                <a:spcPts val="110"/>
              </a:spcBef>
            </a:pPr>
            <a:r>
              <a:rPr b="1" spc="-6" dirty="0">
                <a:solidFill>
                  <a:srgbClr val="C00000"/>
                </a:solidFill>
                <a:latin typeface="Arial"/>
                <a:cs typeface="Arial"/>
              </a:rPr>
              <a:t>Subnet </a:t>
            </a:r>
            <a:r>
              <a:rPr b="1" dirty="0">
                <a:solidFill>
                  <a:srgbClr val="C00000"/>
                </a:solidFill>
                <a:latin typeface="Arial"/>
                <a:cs typeface="Arial"/>
              </a:rPr>
              <a:t>Mask</a:t>
            </a:r>
            <a:r>
              <a:rPr b="1" spc="-66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080" b="1" i="1" spc="-6" dirty="0">
                <a:solidFill>
                  <a:srgbClr val="C00000"/>
                </a:solidFill>
                <a:latin typeface="Arial"/>
                <a:cs typeface="Arial"/>
              </a:rPr>
              <a:t>(Cont.)</a:t>
            </a:r>
            <a:endParaRPr sz="3080" dirty="0">
              <a:solidFill>
                <a:srgbClr val="C00000"/>
              </a:solidFill>
              <a:latin typeface="Arial"/>
              <a:cs typeface="Arial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26DC38-C38F-324E-8067-21224ED59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0269B-3FF7-874D-8ED1-2D9E2506D078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4" name="object 4"/>
          <p:cNvSpPr txBox="1"/>
          <p:nvPr/>
        </p:nvSpPr>
        <p:spPr>
          <a:xfrm>
            <a:off x="1008969" y="2739682"/>
            <a:ext cx="8238808" cy="2473049"/>
          </a:xfrm>
          <a:prstGeom prst="rect">
            <a:avLst/>
          </a:prstGeom>
        </p:spPr>
        <p:txBody>
          <a:bodyPr vert="horz" wrap="square" lIns="0" tIns="13272" rIns="0" bIns="0" rtlCol="0">
            <a:spAutoFit/>
          </a:bodyPr>
          <a:lstStyle/>
          <a:p>
            <a:pPr marL="390462" marR="465200" indent="-377190" algn="l">
              <a:spcBef>
                <a:spcPts val="105"/>
              </a:spcBef>
              <a:buSzPct val="75000"/>
              <a:buFont typeface="Wingdings"/>
              <a:buChar char=""/>
              <a:tabLst>
                <a:tab pos="390462" algn="l"/>
                <a:tab pos="391160" algn="l"/>
              </a:tabLst>
            </a:pPr>
            <a:r>
              <a:rPr sz="3080" spc="-28" dirty="0">
                <a:solidFill>
                  <a:srgbClr val="003366"/>
                </a:solidFill>
                <a:latin typeface="Arial"/>
                <a:cs typeface="Arial"/>
              </a:rPr>
              <a:t>However, </a:t>
            </a:r>
            <a:r>
              <a:rPr sz="3080" spc="-6" dirty="0">
                <a:solidFill>
                  <a:srgbClr val="003366"/>
                </a:solidFill>
                <a:latin typeface="Arial"/>
                <a:cs typeface="Arial"/>
              </a:rPr>
              <a:t>if they don’t match, the message  must be routed </a:t>
            </a:r>
            <a:r>
              <a:rPr sz="3080" dirty="0">
                <a:solidFill>
                  <a:srgbClr val="003366"/>
                </a:solidFill>
                <a:latin typeface="Arial"/>
                <a:cs typeface="Arial"/>
              </a:rPr>
              <a:t>outside </a:t>
            </a:r>
            <a:r>
              <a:rPr sz="3080" spc="-6" dirty="0">
                <a:solidFill>
                  <a:srgbClr val="003366"/>
                </a:solidFill>
                <a:latin typeface="Arial"/>
                <a:cs typeface="Arial"/>
              </a:rPr>
              <a:t>the </a:t>
            </a:r>
            <a:r>
              <a:rPr sz="3080" dirty="0">
                <a:solidFill>
                  <a:srgbClr val="003366"/>
                </a:solidFill>
                <a:latin typeface="Arial"/>
                <a:cs typeface="Arial"/>
              </a:rPr>
              <a:t>local</a:t>
            </a:r>
            <a:r>
              <a:rPr sz="3080" spc="17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3080" dirty="0">
                <a:solidFill>
                  <a:srgbClr val="003366"/>
                </a:solidFill>
                <a:latin typeface="Arial"/>
                <a:cs typeface="Arial"/>
              </a:rPr>
              <a:t>network.</a:t>
            </a:r>
            <a:endParaRPr sz="3080" dirty="0">
              <a:latin typeface="Arial"/>
              <a:cs typeface="Arial"/>
            </a:endParaRPr>
          </a:p>
          <a:p>
            <a:pPr marL="390462" marR="5588" indent="-377190" algn="l">
              <a:spcBef>
                <a:spcPts val="743"/>
              </a:spcBef>
              <a:buSzPct val="75000"/>
              <a:buFont typeface="Wingdings"/>
              <a:buChar char=""/>
              <a:tabLst>
                <a:tab pos="390462" algn="l"/>
                <a:tab pos="391160" algn="l"/>
              </a:tabLst>
            </a:pPr>
            <a:r>
              <a:rPr sz="3080" spc="-6" dirty="0">
                <a:solidFill>
                  <a:srgbClr val="003366"/>
                </a:solidFill>
                <a:latin typeface="Arial"/>
                <a:cs typeface="Arial"/>
              </a:rPr>
              <a:t>The process </a:t>
            </a:r>
            <a:r>
              <a:rPr sz="3080" dirty="0">
                <a:solidFill>
                  <a:srgbClr val="003366"/>
                </a:solidFill>
                <a:latin typeface="Arial"/>
                <a:cs typeface="Arial"/>
              </a:rPr>
              <a:t>used to </a:t>
            </a:r>
            <a:r>
              <a:rPr sz="3080" spc="-6" dirty="0">
                <a:solidFill>
                  <a:srgbClr val="003366"/>
                </a:solidFill>
                <a:latin typeface="Arial"/>
                <a:cs typeface="Arial"/>
              </a:rPr>
              <a:t>apply the </a:t>
            </a:r>
            <a:r>
              <a:rPr sz="3080" dirty="0">
                <a:solidFill>
                  <a:srgbClr val="003366"/>
                </a:solidFill>
                <a:latin typeface="Arial"/>
                <a:cs typeface="Arial"/>
              </a:rPr>
              <a:t>subnet </a:t>
            </a:r>
            <a:r>
              <a:rPr sz="3080" spc="-6" dirty="0">
                <a:solidFill>
                  <a:srgbClr val="003366"/>
                </a:solidFill>
                <a:latin typeface="Arial"/>
                <a:cs typeface="Arial"/>
              </a:rPr>
              <a:t>mask  involves </a:t>
            </a:r>
            <a:r>
              <a:rPr sz="3080" spc="-6" dirty="0">
                <a:solidFill>
                  <a:srgbClr val="993300"/>
                </a:solidFill>
                <a:latin typeface="Arial"/>
                <a:cs typeface="Arial"/>
              </a:rPr>
              <a:t>Boolean Algebra </a:t>
            </a:r>
            <a:r>
              <a:rPr sz="3080" spc="-6" dirty="0">
                <a:solidFill>
                  <a:srgbClr val="003366"/>
                </a:solidFill>
                <a:latin typeface="Arial"/>
                <a:cs typeface="Arial"/>
              </a:rPr>
              <a:t>to filter out </a:t>
            </a:r>
            <a:r>
              <a:rPr sz="3080" dirty="0">
                <a:solidFill>
                  <a:srgbClr val="003366"/>
                </a:solidFill>
                <a:latin typeface="Arial"/>
                <a:cs typeface="Arial"/>
              </a:rPr>
              <a:t>non-  </a:t>
            </a:r>
            <a:r>
              <a:rPr sz="3080" spc="-6" dirty="0">
                <a:solidFill>
                  <a:srgbClr val="003366"/>
                </a:solidFill>
                <a:latin typeface="Arial"/>
                <a:cs typeface="Arial"/>
              </a:rPr>
              <a:t>matching </a:t>
            </a:r>
            <a:r>
              <a:rPr sz="3080" dirty="0">
                <a:solidFill>
                  <a:srgbClr val="003366"/>
                </a:solidFill>
                <a:latin typeface="Arial"/>
                <a:cs typeface="Arial"/>
              </a:rPr>
              <a:t>bits </a:t>
            </a:r>
            <a:r>
              <a:rPr sz="3080" spc="-6" dirty="0">
                <a:solidFill>
                  <a:srgbClr val="003366"/>
                </a:solidFill>
                <a:latin typeface="Arial"/>
                <a:cs typeface="Arial"/>
              </a:rPr>
              <a:t>to </a:t>
            </a:r>
            <a:r>
              <a:rPr sz="3080" dirty="0">
                <a:solidFill>
                  <a:srgbClr val="003366"/>
                </a:solidFill>
                <a:latin typeface="Arial"/>
                <a:cs typeface="Arial"/>
              </a:rPr>
              <a:t>identify </a:t>
            </a:r>
            <a:r>
              <a:rPr sz="3080" spc="-6" dirty="0">
                <a:solidFill>
                  <a:srgbClr val="003366"/>
                </a:solidFill>
                <a:latin typeface="Arial"/>
                <a:cs typeface="Arial"/>
              </a:rPr>
              <a:t>the network</a:t>
            </a:r>
            <a:r>
              <a:rPr sz="3080" spc="33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3080" dirty="0">
                <a:solidFill>
                  <a:srgbClr val="003366"/>
                </a:solidFill>
                <a:latin typeface="Arial"/>
                <a:cs typeface="Arial"/>
              </a:rPr>
              <a:t>address.</a:t>
            </a:r>
            <a:endParaRPr sz="308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2278" y="3184208"/>
            <a:ext cx="9019311" cy="237839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673299" y="899008"/>
            <a:ext cx="5428742" cy="1098186"/>
          </a:xfrm>
          <a:prstGeom prst="rect">
            <a:avLst/>
          </a:prstGeom>
        </p:spPr>
        <p:txBody>
          <a:bodyPr vert="horz" wrap="square" lIns="0" tIns="14669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284987" marR="5588" indent="-271717">
              <a:spcBef>
                <a:spcPts val="116"/>
              </a:spcBef>
            </a:pPr>
            <a:r>
              <a:rPr sz="3520" b="1" dirty="0">
                <a:latin typeface="Times New Roman"/>
                <a:cs typeface="Times New Roman"/>
              </a:rPr>
              <a:t>A network with two levels</a:t>
            </a:r>
            <a:r>
              <a:rPr sz="3520" b="1" spc="-330" dirty="0">
                <a:latin typeface="Times New Roman"/>
                <a:cs typeface="Times New Roman"/>
              </a:rPr>
              <a:t> </a:t>
            </a:r>
            <a:r>
              <a:rPr sz="3520" b="1" dirty="0">
                <a:latin typeface="Times New Roman"/>
                <a:cs typeface="Times New Roman"/>
              </a:rPr>
              <a:t>of  </a:t>
            </a:r>
            <a:r>
              <a:rPr sz="3520" b="1" spc="-6" dirty="0">
                <a:latin typeface="Times New Roman"/>
                <a:cs typeface="Times New Roman"/>
              </a:rPr>
              <a:t>hierarchy </a:t>
            </a:r>
            <a:r>
              <a:rPr sz="3520" b="1" dirty="0">
                <a:latin typeface="Times New Roman"/>
                <a:cs typeface="Times New Roman"/>
              </a:rPr>
              <a:t>(not</a:t>
            </a:r>
            <a:r>
              <a:rPr sz="3520" b="1" spc="-83" dirty="0">
                <a:latin typeface="Times New Roman"/>
                <a:cs typeface="Times New Roman"/>
              </a:rPr>
              <a:t> </a:t>
            </a:r>
            <a:r>
              <a:rPr sz="3520" b="1" dirty="0">
                <a:latin typeface="Times New Roman"/>
                <a:cs typeface="Times New Roman"/>
              </a:rPr>
              <a:t>subnetted)</a:t>
            </a:r>
            <a:endParaRPr sz="3520">
              <a:latin typeface="Times New Roman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2CC0EE-ACAF-D445-86BF-7DED67C01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0269B-3FF7-874D-8ED1-2D9E2506D078}" type="slidenum">
              <a:rPr lang="en-US" smtClean="0"/>
              <a:pPr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04946" y="1412482"/>
            <a:ext cx="1780784" cy="704745"/>
          </a:xfrm>
          <a:prstGeom prst="rect">
            <a:avLst/>
          </a:prstGeom>
        </p:spPr>
        <p:txBody>
          <a:bodyPr vert="horz" wrap="square" lIns="0" tIns="1397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3970">
              <a:spcBef>
                <a:spcPts val="110"/>
              </a:spcBef>
            </a:pPr>
            <a:r>
              <a:rPr b="1" spc="-6" dirty="0">
                <a:solidFill>
                  <a:srgbClr val="006666"/>
                </a:solidFill>
                <a:latin typeface="Arial"/>
                <a:cs typeface="Arial"/>
              </a:rPr>
              <a:t>Note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A48CEB-5070-0944-9DFA-955204CFF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0269B-3FF7-874D-8ED1-2D9E2506D078}" type="slidenum">
              <a:rPr lang="en-US" smtClean="0"/>
              <a:pPr/>
              <a:t>37</a:t>
            </a:fld>
            <a:endParaRPr lang="en-US"/>
          </a:p>
        </p:txBody>
      </p:sp>
      <p:sp>
        <p:nvSpPr>
          <p:cNvPr id="3" name="object 3"/>
          <p:cNvSpPr txBox="1"/>
          <p:nvPr/>
        </p:nvSpPr>
        <p:spPr>
          <a:xfrm>
            <a:off x="1008968" y="2739683"/>
            <a:ext cx="8261858" cy="961353"/>
          </a:xfrm>
          <a:prstGeom prst="rect">
            <a:avLst/>
          </a:prstGeom>
        </p:spPr>
        <p:txBody>
          <a:bodyPr vert="horz" wrap="square" lIns="0" tIns="13272" rIns="0" bIns="0" rtlCol="0">
            <a:spAutoFit/>
          </a:bodyPr>
          <a:lstStyle/>
          <a:p>
            <a:pPr marL="390462" marR="5588" indent="-377190">
              <a:spcBef>
                <a:spcPts val="105"/>
              </a:spcBef>
              <a:buSzPct val="75000"/>
              <a:buFont typeface="Wingdings"/>
              <a:buChar char=""/>
              <a:tabLst>
                <a:tab pos="390462" algn="l"/>
                <a:tab pos="391160" algn="l"/>
              </a:tabLst>
            </a:pPr>
            <a:r>
              <a:rPr sz="3080" spc="-6" dirty="0">
                <a:solidFill>
                  <a:srgbClr val="003366"/>
                </a:solidFill>
                <a:latin typeface="Arial"/>
                <a:cs typeface="Arial"/>
              </a:rPr>
              <a:t>Subnetting </a:t>
            </a:r>
            <a:r>
              <a:rPr sz="3080" dirty="0">
                <a:solidFill>
                  <a:srgbClr val="003366"/>
                </a:solidFill>
                <a:latin typeface="Arial"/>
                <a:cs typeface="Arial"/>
              </a:rPr>
              <a:t>is </a:t>
            </a:r>
            <a:r>
              <a:rPr sz="3080" spc="-6" dirty="0">
                <a:solidFill>
                  <a:srgbClr val="003366"/>
                </a:solidFill>
                <a:latin typeface="Arial"/>
                <a:cs typeface="Arial"/>
              </a:rPr>
              <a:t>done by borrowing bits </a:t>
            </a:r>
            <a:r>
              <a:rPr sz="3080" dirty="0">
                <a:solidFill>
                  <a:srgbClr val="003366"/>
                </a:solidFill>
                <a:latin typeface="Arial"/>
                <a:cs typeface="Arial"/>
              </a:rPr>
              <a:t>from </a:t>
            </a:r>
            <a:r>
              <a:rPr sz="3080" spc="-6" dirty="0">
                <a:solidFill>
                  <a:srgbClr val="003366"/>
                </a:solidFill>
                <a:latin typeface="Arial"/>
                <a:cs typeface="Arial"/>
              </a:rPr>
              <a:t>the  </a:t>
            </a:r>
            <a:r>
              <a:rPr sz="3080" dirty="0">
                <a:solidFill>
                  <a:srgbClr val="003366"/>
                </a:solidFill>
                <a:latin typeface="Arial"/>
                <a:cs typeface="Arial"/>
              </a:rPr>
              <a:t>host </a:t>
            </a:r>
            <a:r>
              <a:rPr sz="3080" spc="-6" dirty="0">
                <a:solidFill>
                  <a:srgbClr val="003366"/>
                </a:solidFill>
                <a:latin typeface="Arial"/>
                <a:cs typeface="Arial"/>
              </a:rPr>
              <a:t>part and </a:t>
            </a:r>
            <a:r>
              <a:rPr sz="3080" dirty="0">
                <a:solidFill>
                  <a:srgbClr val="003366"/>
                </a:solidFill>
                <a:latin typeface="Arial"/>
                <a:cs typeface="Arial"/>
              </a:rPr>
              <a:t>add them </a:t>
            </a:r>
            <a:r>
              <a:rPr sz="3080" spc="-6" dirty="0">
                <a:solidFill>
                  <a:srgbClr val="003366"/>
                </a:solidFill>
                <a:latin typeface="Arial"/>
                <a:cs typeface="Arial"/>
              </a:rPr>
              <a:t>the network</a:t>
            </a:r>
            <a:r>
              <a:rPr sz="3080" spc="38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3080" dirty="0">
                <a:solidFill>
                  <a:srgbClr val="003366"/>
                </a:solidFill>
                <a:latin typeface="Arial"/>
                <a:cs typeface="Arial"/>
              </a:rPr>
              <a:t>part</a:t>
            </a:r>
            <a:endParaRPr sz="308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743400" y="1103376"/>
            <a:ext cx="2563215" cy="9890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920401" y="1244544"/>
            <a:ext cx="2219833" cy="577657"/>
          </a:xfrm>
          <a:prstGeom prst="rect">
            <a:avLst/>
          </a:prstGeom>
          <a:ln w="38100">
            <a:solidFill>
              <a:srgbClr val="FF3300"/>
            </a:solidFill>
          </a:ln>
        </p:spPr>
        <p:txBody>
          <a:bodyPr vert="horz" wrap="square" lIns="0" tIns="35622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01283">
              <a:spcBef>
                <a:spcPts val="279"/>
              </a:spcBef>
            </a:pPr>
            <a:r>
              <a:rPr sz="3520" b="1" i="1" dirty="0">
                <a:latin typeface="Times New Roman"/>
                <a:cs typeface="Times New Roman"/>
              </a:rPr>
              <a:t>Example</a:t>
            </a:r>
            <a:r>
              <a:rPr sz="3520" b="1" i="1" spc="-66" dirty="0">
                <a:latin typeface="Times New Roman"/>
                <a:cs typeface="Times New Roman"/>
              </a:rPr>
              <a:t> </a:t>
            </a:r>
            <a:r>
              <a:rPr sz="3520" b="1" i="1" dirty="0">
                <a:latin typeface="Times New Roman"/>
                <a:cs typeface="Times New Roman"/>
              </a:rPr>
              <a:t>9</a:t>
            </a:r>
            <a:endParaRPr sz="3520">
              <a:latin typeface="Times New Roman"/>
              <a:cs typeface="Times New Roman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8E043D-DF49-2C4F-A5B7-2D2589F64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0269B-3FF7-874D-8ED1-2D9E2506D078}" type="slidenum">
              <a:rPr lang="en-US" smtClean="0"/>
              <a:pPr/>
              <a:t>38</a:t>
            </a:fld>
            <a:endParaRPr lang="en-US"/>
          </a:p>
        </p:txBody>
      </p:sp>
      <p:sp>
        <p:nvSpPr>
          <p:cNvPr id="4" name="object 4"/>
          <p:cNvSpPr txBox="1"/>
          <p:nvPr/>
        </p:nvSpPr>
        <p:spPr>
          <a:xfrm>
            <a:off x="521472" y="3113798"/>
            <a:ext cx="9132189" cy="1842299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3970" marR="5588" algn="just">
              <a:spcBef>
                <a:spcPts val="110"/>
              </a:spcBef>
            </a:pPr>
            <a:r>
              <a:rPr sz="3960" dirty="0">
                <a:solidFill>
                  <a:srgbClr val="003366"/>
                </a:solidFill>
                <a:latin typeface="Times New Roman"/>
                <a:cs typeface="Times New Roman"/>
              </a:rPr>
              <a:t>What is the </a:t>
            </a:r>
            <a:r>
              <a:rPr sz="3960" spc="-6" dirty="0">
                <a:solidFill>
                  <a:srgbClr val="003366"/>
                </a:solidFill>
                <a:latin typeface="Times New Roman"/>
                <a:cs typeface="Times New Roman"/>
              </a:rPr>
              <a:t>subnetwork </a:t>
            </a:r>
            <a:r>
              <a:rPr sz="3960" dirty="0">
                <a:solidFill>
                  <a:srgbClr val="003366"/>
                </a:solidFill>
                <a:latin typeface="Times New Roman"/>
                <a:cs typeface="Times New Roman"/>
              </a:rPr>
              <a:t>address </a:t>
            </a:r>
            <a:r>
              <a:rPr sz="3960" spc="-6" dirty="0">
                <a:solidFill>
                  <a:srgbClr val="003366"/>
                </a:solidFill>
                <a:latin typeface="Times New Roman"/>
                <a:cs typeface="Times New Roman"/>
              </a:rPr>
              <a:t>if </a:t>
            </a:r>
            <a:r>
              <a:rPr sz="3960" dirty="0">
                <a:solidFill>
                  <a:srgbClr val="003366"/>
                </a:solidFill>
                <a:latin typeface="Times New Roman"/>
                <a:cs typeface="Times New Roman"/>
              </a:rPr>
              <a:t>the  destination address </a:t>
            </a:r>
            <a:r>
              <a:rPr sz="3960" spc="-6" dirty="0">
                <a:solidFill>
                  <a:srgbClr val="003366"/>
                </a:solidFill>
                <a:latin typeface="Times New Roman"/>
                <a:cs typeface="Times New Roman"/>
              </a:rPr>
              <a:t>is </a:t>
            </a:r>
            <a:r>
              <a:rPr sz="3960" dirty="0">
                <a:solidFill>
                  <a:srgbClr val="003366"/>
                </a:solidFill>
                <a:latin typeface="Times New Roman"/>
                <a:cs typeface="Times New Roman"/>
              </a:rPr>
              <a:t>200.45.34.56 and the  </a:t>
            </a:r>
            <a:r>
              <a:rPr sz="3960" spc="-6" dirty="0">
                <a:solidFill>
                  <a:srgbClr val="003366"/>
                </a:solidFill>
                <a:latin typeface="Times New Roman"/>
                <a:cs typeface="Times New Roman"/>
              </a:rPr>
              <a:t>subnet </a:t>
            </a:r>
            <a:r>
              <a:rPr sz="3960" dirty="0">
                <a:solidFill>
                  <a:srgbClr val="003366"/>
                </a:solidFill>
                <a:latin typeface="Times New Roman"/>
                <a:cs typeface="Times New Roman"/>
              </a:rPr>
              <a:t>mask </a:t>
            </a:r>
            <a:r>
              <a:rPr sz="3960" spc="-6" dirty="0">
                <a:solidFill>
                  <a:srgbClr val="003366"/>
                </a:solidFill>
                <a:latin typeface="Times New Roman"/>
                <a:cs typeface="Times New Roman"/>
              </a:rPr>
              <a:t>is</a:t>
            </a:r>
            <a:r>
              <a:rPr sz="3960" dirty="0">
                <a:solidFill>
                  <a:srgbClr val="003366"/>
                </a:solidFill>
                <a:latin typeface="Times New Roman"/>
                <a:cs typeface="Times New Roman"/>
              </a:rPr>
              <a:t> 255.255.240.0?</a:t>
            </a:r>
            <a:endParaRPr sz="396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981450" y="1022909"/>
            <a:ext cx="2152498" cy="9890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157891" y="1164217"/>
            <a:ext cx="1807718" cy="577657"/>
          </a:xfrm>
          <a:prstGeom prst="rect">
            <a:avLst/>
          </a:prstGeom>
          <a:ln w="38100">
            <a:solidFill>
              <a:srgbClr val="FF3300"/>
            </a:solidFill>
          </a:ln>
        </p:spPr>
        <p:txBody>
          <a:bodyPr vert="horz" wrap="square" lIns="0" tIns="35622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00584">
              <a:spcBef>
                <a:spcPts val="279"/>
              </a:spcBef>
            </a:pPr>
            <a:r>
              <a:rPr sz="3520" b="1" i="1" dirty="0">
                <a:latin typeface="Times New Roman"/>
                <a:cs typeface="Times New Roman"/>
              </a:rPr>
              <a:t>Solution</a:t>
            </a:r>
            <a:endParaRPr sz="3520" dirty="0">
              <a:latin typeface="Times New Roman"/>
              <a:cs typeface="Times New Roman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725195A-99D4-EF41-B282-552BD50A8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0269B-3FF7-874D-8ED1-2D9E2506D078}" type="slidenum">
              <a:rPr lang="en-US" smtClean="0"/>
              <a:pPr/>
              <a:t>39</a:t>
            </a:fld>
            <a:endParaRPr lang="en-US"/>
          </a:p>
        </p:txBody>
      </p:sp>
      <p:grpSp>
        <p:nvGrpSpPr>
          <p:cNvPr id="4" name="object 4"/>
          <p:cNvGrpSpPr/>
          <p:nvPr/>
        </p:nvGrpSpPr>
        <p:grpSpPr>
          <a:xfrm>
            <a:off x="6192945" y="4476292"/>
            <a:ext cx="3607753" cy="1113409"/>
            <a:chOff x="5629950" y="3965447"/>
            <a:chExt cx="3279775" cy="1012190"/>
          </a:xfrm>
        </p:grpSpPr>
        <p:sp>
          <p:nvSpPr>
            <p:cNvPr id="5" name="object 5"/>
            <p:cNvSpPr/>
            <p:nvPr/>
          </p:nvSpPr>
          <p:spPr>
            <a:xfrm>
              <a:off x="5629950" y="4240181"/>
              <a:ext cx="929050" cy="35715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480047" y="3965447"/>
              <a:ext cx="2429255" cy="1011936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673354" y="2495626"/>
            <a:ext cx="8796909" cy="4548168"/>
          </a:xfrm>
          <a:prstGeom prst="rect">
            <a:avLst/>
          </a:prstGeom>
        </p:spPr>
        <p:txBody>
          <a:bodyPr vert="horz" wrap="square" lIns="0" tIns="315722" rIns="0" bIns="0" rtlCol="0">
            <a:spAutoFit/>
          </a:bodyPr>
          <a:lstStyle/>
          <a:p>
            <a:pPr marL="13970" algn="l">
              <a:spcBef>
                <a:spcPts val="2486"/>
              </a:spcBef>
              <a:tabLst>
                <a:tab pos="2258948" algn="l"/>
                <a:tab pos="4505325" algn="l"/>
                <a:tab pos="6770561" algn="l"/>
              </a:tabLst>
            </a:pPr>
            <a:r>
              <a:rPr lang="en-US" b="1" spc="-22" dirty="0">
                <a:solidFill>
                  <a:srgbClr val="FF0000"/>
                </a:solidFill>
                <a:latin typeface="Times New Roman"/>
                <a:cs typeface="Times New Roman"/>
              </a:rPr>
              <a:t>AND OPERATION</a:t>
            </a:r>
            <a:endParaRPr lang="en-US" sz="3200" b="1" spc="-22" dirty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marL="13970">
              <a:spcBef>
                <a:spcPts val="2486"/>
              </a:spcBef>
              <a:tabLst>
                <a:tab pos="2258948" algn="l"/>
                <a:tab pos="4505325" algn="l"/>
                <a:tab pos="6770561" algn="l"/>
              </a:tabLst>
            </a:pPr>
            <a:r>
              <a:rPr sz="3200" spc="-22" dirty="0">
                <a:solidFill>
                  <a:srgbClr val="666699"/>
                </a:solidFill>
                <a:latin typeface="Times New Roman"/>
                <a:cs typeface="Times New Roman"/>
              </a:rPr>
              <a:t>11001000	00101101	</a:t>
            </a:r>
            <a:r>
              <a:rPr sz="3200" dirty="0">
                <a:solidFill>
                  <a:srgbClr val="666699"/>
                </a:solidFill>
                <a:latin typeface="Times New Roman"/>
                <a:cs typeface="Times New Roman"/>
              </a:rPr>
              <a:t>00100010	</a:t>
            </a:r>
            <a:r>
              <a:rPr sz="3200" spc="-38" dirty="0">
                <a:solidFill>
                  <a:srgbClr val="666699"/>
                </a:solidFill>
                <a:latin typeface="Times New Roman"/>
                <a:cs typeface="Times New Roman"/>
              </a:rPr>
              <a:t>00111000</a:t>
            </a:r>
            <a:endParaRPr sz="3200" dirty="0">
              <a:latin typeface="Times New Roman"/>
              <a:cs typeface="Times New Roman"/>
            </a:endParaRPr>
          </a:p>
          <a:p>
            <a:pPr marL="13970">
              <a:spcBef>
                <a:spcPts val="2382"/>
              </a:spcBef>
              <a:tabLst>
                <a:tab pos="2144395" algn="l"/>
                <a:tab pos="4275519" algn="l"/>
                <a:tab pos="6487668" algn="l"/>
              </a:tabLst>
            </a:pPr>
            <a:r>
              <a:rPr sz="3200" spc="-132" dirty="0">
                <a:solidFill>
                  <a:srgbClr val="666699"/>
                </a:solidFill>
                <a:latin typeface="Times New Roman"/>
                <a:cs typeface="Times New Roman"/>
              </a:rPr>
              <a:t>11111111	11111111	</a:t>
            </a:r>
            <a:r>
              <a:rPr sz="3200" spc="-55" dirty="0">
                <a:solidFill>
                  <a:srgbClr val="666699"/>
                </a:solidFill>
                <a:latin typeface="Times New Roman"/>
                <a:cs typeface="Times New Roman"/>
              </a:rPr>
              <a:t>1111</a:t>
            </a:r>
            <a:r>
              <a:rPr sz="3200" b="1" u="heavy" spc="-55" dirty="0">
                <a:solidFill>
                  <a:srgbClr val="666699"/>
                </a:solidFill>
                <a:uFill>
                  <a:solidFill>
                    <a:srgbClr val="666699"/>
                  </a:solidFill>
                </a:uFill>
                <a:latin typeface="Times New Roman"/>
                <a:cs typeface="Times New Roman"/>
              </a:rPr>
              <a:t>0000</a:t>
            </a:r>
            <a:r>
              <a:rPr sz="3200" b="1" spc="-55" dirty="0">
                <a:solidFill>
                  <a:srgbClr val="666699"/>
                </a:solidFill>
                <a:latin typeface="Times New Roman"/>
                <a:cs typeface="Times New Roman"/>
              </a:rPr>
              <a:t>	</a:t>
            </a:r>
            <a:r>
              <a:rPr sz="3200" b="1" u="heavy" dirty="0">
                <a:solidFill>
                  <a:srgbClr val="666699"/>
                </a:solidFill>
                <a:uFill>
                  <a:solidFill>
                    <a:srgbClr val="666699"/>
                  </a:solidFill>
                </a:uFill>
                <a:latin typeface="Times New Roman"/>
                <a:cs typeface="Times New Roman"/>
              </a:rPr>
              <a:t>00000000</a:t>
            </a:r>
            <a:endParaRPr sz="3200" dirty="0">
              <a:latin typeface="Times New Roman"/>
              <a:cs typeface="Times New Roman"/>
            </a:endParaRPr>
          </a:p>
          <a:p>
            <a:pPr marL="13970">
              <a:spcBef>
                <a:spcPts val="2376"/>
              </a:spcBef>
              <a:tabLst>
                <a:tab pos="2258948" algn="l"/>
                <a:tab pos="4505325" algn="l"/>
                <a:tab pos="6767767" algn="l"/>
              </a:tabLst>
            </a:pPr>
            <a:r>
              <a:rPr sz="3200" spc="-149" dirty="0">
                <a:solidFill>
                  <a:srgbClr val="666699"/>
                </a:solidFill>
                <a:latin typeface="Times New Roman"/>
                <a:cs typeface="Times New Roman"/>
              </a:rPr>
              <a:t>1</a:t>
            </a:r>
            <a:r>
              <a:rPr sz="3200" dirty="0">
                <a:solidFill>
                  <a:srgbClr val="666699"/>
                </a:solidFill>
                <a:latin typeface="Times New Roman"/>
                <a:cs typeface="Times New Roman"/>
              </a:rPr>
              <a:t>1001</a:t>
            </a:r>
            <a:r>
              <a:rPr sz="3200" spc="6" dirty="0">
                <a:solidFill>
                  <a:srgbClr val="666699"/>
                </a:solidFill>
                <a:latin typeface="Times New Roman"/>
                <a:cs typeface="Times New Roman"/>
              </a:rPr>
              <a:t>0</a:t>
            </a:r>
            <a:r>
              <a:rPr sz="3200" dirty="0">
                <a:solidFill>
                  <a:srgbClr val="666699"/>
                </a:solidFill>
                <a:latin typeface="Times New Roman"/>
                <a:cs typeface="Times New Roman"/>
              </a:rPr>
              <a:t>00	00</a:t>
            </a:r>
            <a:r>
              <a:rPr sz="3200" spc="6" dirty="0">
                <a:solidFill>
                  <a:srgbClr val="666699"/>
                </a:solidFill>
                <a:latin typeface="Times New Roman"/>
                <a:cs typeface="Times New Roman"/>
              </a:rPr>
              <a:t>1</a:t>
            </a:r>
            <a:r>
              <a:rPr sz="3200" dirty="0">
                <a:solidFill>
                  <a:srgbClr val="666699"/>
                </a:solidFill>
                <a:latin typeface="Times New Roman"/>
                <a:cs typeface="Times New Roman"/>
              </a:rPr>
              <a:t>0</a:t>
            </a:r>
            <a:r>
              <a:rPr sz="3200" spc="-143" dirty="0">
                <a:solidFill>
                  <a:srgbClr val="666699"/>
                </a:solidFill>
                <a:latin typeface="Times New Roman"/>
                <a:cs typeface="Times New Roman"/>
              </a:rPr>
              <a:t>1</a:t>
            </a:r>
            <a:r>
              <a:rPr sz="3200" dirty="0">
                <a:solidFill>
                  <a:srgbClr val="666699"/>
                </a:solidFill>
                <a:latin typeface="Times New Roman"/>
                <a:cs typeface="Times New Roman"/>
              </a:rPr>
              <a:t>101	0</a:t>
            </a:r>
            <a:r>
              <a:rPr sz="3200" spc="6" dirty="0">
                <a:solidFill>
                  <a:srgbClr val="666699"/>
                </a:solidFill>
                <a:latin typeface="Times New Roman"/>
                <a:cs typeface="Times New Roman"/>
              </a:rPr>
              <a:t>0</a:t>
            </a:r>
            <a:r>
              <a:rPr sz="3200" dirty="0">
                <a:solidFill>
                  <a:srgbClr val="666699"/>
                </a:solidFill>
                <a:latin typeface="Times New Roman"/>
                <a:cs typeface="Times New Roman"/>
              </a:rPr>
              <a:t>1</a:t>
            </a:r>
            <a:r>
              <a:rPr sz="3200" spc="-22" dirty="0">
                <a:solidFill>
                  <a:srgbClr val="666699"/>
                </a:solidFill>
                <a:latin typeface="Times New Roman"/>
                <a:cs typeface="Times New Roman"/>
              </a:rPr>
              <a:t>0</a:t>
            </a:r>
            <a:r>
              <a:rPr sz="3200" b="1" dirty="0">
                <a:solidFill>
                  <a:srgbClr val="FF3300"/>
                </a:solidFill>
                <a:latin typeface="Times New Roman"/>
                <a:cs typeface="Times New Roman"/>
              </a:rPr>
              <a:t>0000	00000000</a:t>
            </a:r>
            <a:endParaRPr sz="3200" dirty="0">
              <a:latin typeface="Times New Roman"/>
              <a:cs typeface="Times New Roman"/>
            </a:endParaRPr>
          </a:p>
          <a:p>
            <a:pPr>
              <a:spcBef>
                <a:spcPts val="44"/>
              </a:spcBef>
            </a:pPr>
            <a:endParaRPr sz="5400" dirty="0">
              <a:latin typeface="Times New Roman"/>
              <a:cs typeface="Times New Roman"/>
            </a:endParaRPr>
          </a:p>
          <a:p>
            <a:pPr marL="13970"/>
            <a:r>
              <a:rPr sz="3200" dirty="0">
                <a:solidFill>
                  <a:srgbClr val="666699"/>
                </a:solidFill>
                <a:latin typeface="Times New Roman"/>
                <a:cs typeface="Times New Roman"/>
              </a:rPr>
              <a:t>The subnetwork address is</a:t>
            </a:r>
            <a:r>
              <a:rPr sz="3200" spc="-44" dirty="0">
                <a:solidFill>
                  <a:srgbClr val="666699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666699"/>
                </a:solidFill>
                <a:latin typeface="Times New Roman"/>
                <a:cs typeface="Times New Roman"/>
              </a:rPr>
              <a:t>200.45.32.0</a:t>
            </a:r>
            <a:r>
              <a:rPr sz="3200" dirty="0">
                <a:solidFill>
                  <a:srgbClr val="666699"/>
                </a:solidFill>
                <a:latin typeface="Times New Roman"/>
                <a:cs typeface="Times New Roman"/>
              </a:rPr>
              <a:t>.</a:t>
            </a:r>
            <a:endParaRPr sz="3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109722" y="1103376"/>
            <a:ext cx="2788412" cy="989076"/>
            <a:chOff x="2827020" y="899160"/>
            <a:chExt cx="2534920" cy="899160"/>
          </a:xfrm>
        </p:grpSpPr>
        <p:sp>
          <p:nvSpPr>
            <p:cNvPr id="3" name="object 3"/>
            <p:cNvSpPr/>
            <p:nvPr/>
          </p:nvSpPr>
          <p:spPr>
            <a:xfrm>
              <a:off x="2987675" y="981138"/>
              <a:ext cx="2221230" cy="617855"/>
            </a:xfrm>
            <a:custGeom>
              <a:avLst/>
              <a:gdLst/>
              <a:ahLst/>
              <a:cxnLst/>
              <a:rect l="l" t="t" r="r" b="b"/>
              <a:pathLst>
                <a:path w="2221229" h="617855">
                  <a:moveTo>
                    <a:pt x="2220976" y="0"/>
                  </a:moveTo>
                  <a:lnTo>
                    <a:pt x="0" y="0"/>
                  </a:lnTo>
                  <a:lnTo>
                    <a:pt x="0" y="617537"/>
                  </a:lnTo>
                  <a:lnTo>
                    <a:pt x="2220976" y="617537"/>
                  </a:lnTo>
                  <a:lnTo>
                    <a:pt x="222097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827020" y="899160"/>
              <a:ext cx="2534411" cy="89916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3286443" y="1193552"/>
            <a:ext cx="2443353" cy="577657"/>
          </a:xfrm>
          <a:prstGeom prst="rect">
            <a:avLst/>
          </a:prstGeom>
          <a:ln w="38100">
            <a:solidFill>
              <a:srgbClr val="FF3300"/>
            </a:solidFill>
          </a:ln>
        </p:spPr>
        <p:txBody>
          <a:bodyPr vert="horz" wrap="square" lIns="0" tIns="35622" rIns="0" bIns="0" rtlCol="0">
            <a:spAutoFit/>
          </a:bodyPr>
          <a:lstStyle/>
          <a:p>
            <a:pPr marL="101283">
              <a:spcBef>
                <a:spcPts val="279"/>
              </a:spcBef>
            </a:pPr>
            <a:r>
              <a:rPr sz="3520" b="1" i="1" dirty="0">
                <a:solidFill>
                  <a:srgbClr val="003366"/>
                </a:solidFill>
                <a:latin typeface="Times New Roman"/>
                <a:cs typeface="Times New Roman"/>
              </a:rPr>
              <a:t>Example</a:t>
            </a:r>
            <a:r>
              <a:rPr sz="3520" b="1" i="1" spc="-66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3520" b="1" i="1" dirty="0">
                <a:solidFill>
                  <a:srgbClr val="003366"/>
                </a:solidFill>
                <a:latin typeface="Times New Roman"/>
                <a:cs typeface="Times New Roman"/>
              </a:rPr>
              <a:t>10</a:t>
            </a:r>
            <a:endParaRPr sz="352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840994" y="3142360"/>
            <a:ext cx="9132189" cy="1306768"/>
          </a:xfrm>
          <a:prstGeom prst="rect">
            <a:avLst/>
          </a:prstGeom>
        </p:spPr>
        <p:txBody>
          <a:bodyPr vert="horz" wrap="square" lIns="0" tIns="1397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3970" marR="5588" algn="just">
              <a:spcBef>
                <a:spcPts val="110"/>
              </a:spcBef>
            </a:pPr>
            <a:r>
              <a:rPr sz="2800" dirty="0"/>
              <a:t>What </a:t>
            </a:r>
            <a:r>
              <a:rPr sz="2800" spc="6" dirty="0"/>
              <a:t>is </a:t>
            </a:r>
            <a:r>
              <a:rPr sz="2800" dirty="0"/>
              <a:t>the subnetwork address </a:t>
            </a:r>
            <a:r>
              <a:rPr sz="2800" spc="-6" dirty="0"/>
              <a:t>if </a:t>
            </a:r>
            <a:r>
              <a:rPr sz="2800" dirty="0"/>
              <a:t>the  destination address </a:t>
            </a:r>
            <a:r>
              <a:rPr sz="2800" spc="-6" dirty="0"/>
              <a:t>is 19.30.80.5 </a:t>
            </a:r>
            <a:r>
              <a:rPr sz="2800" dirty="0"/>
              <a:t>and the  mask </a:t>
            </a:r>
            <a:r>
              <a:rPr sz="2800" spc="-6" dirty="0"/>
              <a:t>is</a:t>
            </a:r>
            <a:r>
              <a:rPr sz="2800" spc="-11" dirty="0"/>
              <a:t> </a:t>
            </a:r>
            <a:r>
              <a:rPr sz="2800" spc="-6" dirty="0"/>
              <a:t>255.255.192.0?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B67C440-B203-B24C-8304-766CFD709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0269B-3FF7-874D-8ED1-2D9E2506D078}" type="slidenum">
              <a:rPr lang="en-US" smtClean="0"/>
              <a:pPr/>
              <a:t>40</a:t>
            </a:fld>
            <a:endParaRPr lang="en-US"/>
          </a:p>
        </p:txBody>
      </p:sp>
      <p:sp>
        <p:nvSpPr>
          <p:cNvPr id="7" name="object 7"/>
          <p:cNvSpPr/>
          <p:nvPr/>
        </p:nvSpPr>
        <p:spPr>
          <a:xfrm>
            <a:off x="3822192" y="4903774"/>
            <a:ext cx="2152498" cy="98907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998913" y="4995069"/>
            <a:ext cx="1807718" cy="579069"/>
          </a:xfrm>
          <a:prstGeom prst="rect">
            <a:avLst/>
          </a:prstGeom>
          <a:ln w="38100">
            <a:solidFill>
              <a:srgbClr val="FF3300"/>
            </a:solidFill>
          </a:ln>
        </p:spPr>
        <p:txBody>
          <a:bodyPr vert="horz" wrap="square" lIns="0" tIns="37021" rIns="0" bIns="0" rtlCol="0">
            <a:spAutoFit/>
          </a:bodyPr>
          <a:lstStyle/>
          <a:p>
            <a:pPr marL="101283">
              <a:spcBef>
                <a:spcPts val="292"/>
              </a:spcBef>
            </a:pPr>
            <a:r>
              <a:rPr sz="3520" b="1" i="1" dirty="0">
                <a:solidFill>
                  <a:srgbClr val="003366"/>
                </a:solidFill>
                <a:latin typeface="Times New Roman"/>
                <a:cs typeface="Times New Roman"/>
              </a:rPr>
              <a:t>Solution</a:t>
            </a:r>
            <a:endParaRPr sz="352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817303" y="6203432"/>
            <a:ext cx="2822639" cy="6235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3970">
              <a:spcBef>
                <a:spcPts val="110"/>
              </a:spcBef>
            </a:pPr>
            <a:r>
              <a:rPr sz="3960" spc="-6" dirty="0">
                <a:solidFill>
                  <a:srgbClr val="666699"/>
                </a:solidFill>
                <a:latin typeface="Times New Roman"/>
                <a:cs typeface="Times New Roman"/>
              </a:rPr>
              <a:t>See </a:t>
            </a:r>
            <a:r>
              <a:rPr sz="3960" dirty="0">
                <a:solidFill>
                  <a:srgbClr val="666699"/>
                </a:solidFill>
                <a:latin typeface="Times New Roman"/>
                <a:cs typeface="Times New Roman"/>
              </a:rPr>
              <a:t>next</a:t>
            </a:r>
            <a:r>
              <a:rPr sz="3960" spc="-88" dirty="0">
                <a:solidFill>
                  <a:srgbClr val="666699"/>
                </a:solidFill>
                <a:latin typeface="Times New Roman"/>
                <a:cs typeface="Times New Roman"/>
              </a:rPr>
              <a:t> </a:t>
            </a:r>
            <a:r>
              <a:rPr sz="3960" spc="-6" dirty="0">
                <a:solidFill>
                  <a:srgbClr val="666699"/>
                </a:solidFill>
                <a:latin typeface="Times New Roman"/>
                <a:cs typeface="Times New Roman"/>
              </a:rPr>
              <a:t>slide</a:t>
            </a:r>
            <a:endParaRPr sz="396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51460" y="1022909"/>
            <a:ext cx="8958263" cy="5713730"/>
            <a:chOff x="228600" y="826008"/>
            <a:chExt cx="8143875" cy="5194300"/>
          </a:xfrm>
        </p:grpSpPr>
        <p:sp>
          <p:nvSpPr>
            <p:cNvPr id="3" name="object 3"/>
            <p:cNvSpPr/>
            <p:nvPr/>
          </p:nvSpPr>
          <p:spPr>
            <a:xfrm>
              <a:off x="381000" y="1717675"/>
              <a:ext cx="7991475" cy="430212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835908" y="826008"/>
              <a:ext cx="1956815" cy="89916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395381" y="1164217"/>
            <a:ext cx="1807718" cy="577657"/>
          </a:xfrm>
          <a:prstGeom prst="rect">
            <a:avLst/>
          </a:prstGeom>
          <a:ln w="38100">
            <a:solidFill>
              <a:srgbClr val="FF3300"/>
            </a:solidFill>
          </a:ln>
        </p:spPr>
        <p:txBody>
          <a:bodyPr vert="horz" wrap="square" lIns="0" tIns="35622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01283">
              <a:spcBef>
                <a:spcPts val="279"/>
              </a:spcBef>
            </a:pPr>
            <a:r>
              <a:rPr sz="3520" b="1" i="1" dirty="0">
                <a:latin typeface="Times New Roman"/>
                <a:cs typeface="Times New Roman"/>
              </a:rPr>
              <a:t>Solution</a:t>
            </a:r>
            <a:endParaRPr sz="3520">
              <a:latin typeface="Times New Roman"/>
              <a:cs typeface="Times New Roman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DD09C5-5EB1-4041-9C2F-B7AD155AE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0269B-3FF7-874D-8ED1-2D9E2506D078}" type="slidenum">
              <a:rPr lang="en-US" smtClean="0"/>
              <a:pPr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64249" y="2709153"/>
            <a:ext cx="7538666" cy="233316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106396" y="820552"/>
            <a:ext cx="6619685" cy="1098186"/>
          </a:xfrm>
          <a:prstGeom prst="rect">
            <a:avLst/>
          </a:prstGeom>
        </p:spPr>
        <p:txBody>
          <a:bodyPr vert="horz" wrap="square" lIns="0" tIns="14669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999107" marR="5588" indent="-1985137">
              <a:spcBef>
                <a:spcPts val="116"/>
              </a:spcBef>
            </a:pPr>
            <a:r>
              <a:rPr sz="3520" b="1" dirty="0">
                <a:latin typeface="Times New Roman"/>
                <a:cs typeface="Times New Roman"/>
              </a:rPr>
              <a:t>Comparison of a default mask</a:t>
            </a:r>
            <a:r>
              <a:rPr sz="3520" b="1" spc="-165" dirty="0">
                <a:latin typeface="Times New Roman"/>
                <a:cs typeface="Times New Roman"/>
              </a:rPr>
              <a:t> </a:t>
            </a:r>
            <a:r>
              <a:rPr sz="3520" b="1" dirty="0">
                <a:latin typeface="Times New Roman"/>
                <a:cs typeface="Times New Roman"/>
              </a:rPr>
              <a:t>and  a </a:t>
            </a:r>
            <a:r>
              <a:rPr sz="3520" b="1" spc="-6" dirty="0">
                <a:latin typeface="Times New Roman"/>
                <a:cs typeface="Times New Roman"/>
              </a:rPr>
              <a:t>subnet</a:t>
            </a:r>
            <a:r>
              <a:rPr sz="3520" b="1" spc="-11" dirty="0">
                <a:latin typeface="Times New Roman"/>
                <a:cs typeface="Times New Roman"/>
              </a:rPr>
              <a:t> </a:t>
            </a:r>
            <a:r>
              <a:rPr sz="3520" b="1" spc="-6" dirty="0">
                <a:latin typeface="Times New Roman"/>
                <a:cs typeface="Times New Roman"/>
              </a:rPr>
              <a:t>mask</a:t>
            </a:r>
            <a:endParaRPr sz="3520">
              <a:latin typeface="Times New Roman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94D85C-FA94-2D43-A702-D9A94E52A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0269B-3FF7-874D-8ED1-2D9E2506D078}" type="slidenum">
              <a:rPr lang="en-US" smtClean="0"/>
              <a:pPr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06768" y="3073146"/>
            <a:ext cx="8444865" cy="1716913"/>
            <a:chOff x="733425" y="2689860"/>
            <a:chExt cx="7677150" cy="1560830"/>
          </a:xfrm>
        </p:grpSpPr>
        <p:sp>
          <p:nvSpPr>
            <p:cNvPr id="3" name="object 3"/>
            <p:cNvSpPr/>
            <p:nvPr/>
          </p:nvSpPr>
          <p:spPr>
            <a:xfrm>
              <a:off x="762000" y="2790825"/>
              <a:ext cx="7620000" cy="124777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62000" y="2790825"/>
              <a:ext cx="7620000" cy="1247775"/>
            </a:xfrm>
            <a:custGeom>
              <a:avLst/>
              <a:gdLst/>
              <a:ahLst/>
              <a:cxnLst/>
              <a:rect l="l" t="t" r="r" b="b"/>
              <a:pathLst>
                <a:path w="7620000" h="1247775">
                  <a:moveTo>
                    <a:pt x="0" y="1247775"/>
                  </a:moveTo>
                  <a:lnTo>
                    <a:pt x="7620000" y="1247775"/>
                  </a:lnTo>
                  <a:lnTo>
                    <a:pt x="7620000" y="0"/>
                  </a:lnTo>
                  <a:lnTo>
                    <a:pt x="0" y="0"/>
                  </a:lnTo>
                  <a:lnTo>
                    <a:pt x="0" y="1247775"/>
                  </a:lnTo>
                  <a:close/>
                </a:path>
              </a:pathLst>
            </a:custGeom>
            <a:ln w="57150">
              <a:solidFill>
                <a:srgbClr val="FF33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322831" y="2689860"/>
              <a:ext cx="6646164" cy="1011936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067811" y="3238500"/>
              <a:ext cx="3153156" cy="1011936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/>
          <p:nvPr/>
        </p:nvSpPr>
        <p:spPr>
          <a:xfrm>
            <a:off x="838200" y="2370455"/>
            <a:ext cx="2263140" cy="76136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1A4B587C-E97D-1E42-B214-A25A51CE9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0269B-3FF7-874D-8ED1-2D9E2506D078}" type="slidenum">
              <a:rPr lang="en-US" smtClean="0"/>
              <a:pPr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981450" y="1260958"/>
            <a:ext cx="2762707" cy="9890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157891" y="1352391"/>
            <a:ext cx="2443353" cy="578362"/>
          </a:xfrm>
          <a:prstGeom prst="rect">
            <a:avLst/>
          </a:prstGeom>
          <a:ln w="38100">
            <a:solidFill>
              <a:srgbClr val="FF3300"/>
            </a:solidFill>
          </a:ln>
        </p:spPr>
        <p:txBody>
          <a:bodyPr vert="horz" wrap="square" lIns="0" tIns="36321" rIns="0" bIns="0" rtlCol="0">
            <a:spAutoFit/>
          </a:bodyPr>
          <a:lstStyle/>
          <a:p>
            <a:pPr marL="100584">
              <a:spcBef>
                <a:spcPts val="285"/>
              </a:spcBef>
            </a:pPr>
            <a:r>
              <a:rPr sz="3520" b="1" i="1" dirty="0">
                <a:solidFill>
                  <a:srgbClr val="003366"/>
                </a:solidFill>
                <a:latin typeface="Times New Roman"/>
                <a:cs typeface="Times New Roman"/>
              </a:rPr>
              <a:t>Example</a:t>
            </a:r>
            <a:r>
              <a:rPr sz="3520" b="1" i="1" spc="-61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3520" b="1" i="1" spc="-99" dirty="0">
                <a:solidFill>
                  <a:srgbClr val="003366"/>
                </a:solidFill>
                <a:latin typeface="Times New Roman"/>
                <a:cs typeface="Times New Roman"/>
              </a:rPr>
              <a:t>11</a:t>
            </a:r>
            <a:endParaRPr sz="352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01939" y="2679698"/>
            <a:ext cx="9130092" cy="444994"/>
          </a:xfrm>
          <a:prstGeom prst="rect">
            <a:avLst/>
          </a:prstGeom>
        </p:spPr>
        <p:txBody>
          <a:bodyPr vert="horz" wrap="square" lIns="0" tIns="1397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3970">
              <a:spcBef>
                <a:spcPts val="110"/>
              </a:spcBef>
              <a:tabLst>
                <a:tab pos="724345" algn="l"/>
                <a:tab pos="2944178" algn="l"/>
                <a:tab pos="3657346" algn="l"/>
                <a:tab pos="5541899" algn="l"/>
                <a:tab pos="6532372" algn="l"/>
                <a:tab pos="7605268" algn="l"/>
              </a:tabLst>
            </a:pPr>
            <a:r>
              <a:rPr sz="2800" dirty="0"/>
              <a:t>A	company	</a:t>
            </a:r>
            <a:r>
              <a:rPr sz="2800" spc="-6" dirty="0"/>
              <a:t>i</a:t>
            </a:r>
            <a:r>
              <a:rPr sz="2800" dirty="0"/>
              <a:t>s	granted	the	</a:t>
            </a:r>
            <a:r>
              <a:rPr sz="2800" spc="-6" dirty="0"/>
              <a:t>sit</a:t>
            </a:r>
            <a:r>
              <a:rPr sz="2800" dirty="0"/>
              <a:t>e	add</a:t>
            </a:r>
            <a:r>
              <a:rPr sz="2800" spc="6" dirty="0"/>
              <a:t>r</a:t>
            </a:r>
            <a:r>
              <a:rPr sz="2800" dirty="0"/>
              <a:t>ess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603880-18F3-9E44-81E0-FD997493E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0269B-3FF7-874D-8ED1-2D9E2506D078}" type="slidenum">
              <a:rPr lang="en-US" smtClean="0"/>
              <a:pPr/>
              <a:t>44</a:t>
            </a:fld>
            <a:endParaRPr lang="en-US"/>
          </a:p>
        </p:txBody>
      </p:sp>
      <p:sp>
        <p:nvSpPr>
          <p:cNvPr id="5" name="object 5"/>
          <p:cNvSpPr txBox="1"/>
          <p:nvPr/>
        </p:nvSpPr>
        <p:spPr>
          <a:xfrm>
            <a:off x="591881" y="3228561"/>
            <a:ext cx="9131491" cy="998991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3970" marR="5588" algn="l">
              <a:spcBef>
                <a:spcPts val="110"/>
              </a:spcBef>
              <a:tabLst>
                <a:tab pos="2635441" algn="l"/>
                <a:tab pos="4015677" algn="l"/>
                <a:tab pos="4877626" algn="l"/>
                <a:tab pos="5891848" algn="l"/>
                <a:tab pos="7971282" algn="l"/>
              </a:tabLst>
            </a:pPr>
            <a:r>
              <a:rPr sz="3200" spc="-6" dirty="0">
                <a:solidFill>
                  <a:srgbClr val="003366"/>
                </a:solidFill>
                <a:latin typeface="Times New Roman"/>
                <a:cs typeface="Times New Roman"/>
              </a:rPr>
              <a:t>201.70</a:t>
            </a:r>
            <a:r>
              <a:rPr sz="3200" dirty="0">
                <a:solidFill>
                  <a:srgbClr val="003366"/>
                </a:solidFill>
                <a:latin typeface="Times New Roman"/>
                <a:cs typeface="Times New Roman"/>
              </a:rPr>
              <a:t>.</a:t>
            </a:r>
            <a:r>
              <a:rPr sz="3200" spc="-6" dirty="0">
                <a:solidFill>
                  <a:srgbClr val="003366"/>
                </a:solidFill>
                <a:latin typeface="Times New Roman"/>
                <a:cs typeface="Times New Roman"/>
              </a:rPr>
              <a:t>64.</a:t>
            </a:r>
            <a:r>
              <a:rPr sz="3200" dirty="0">
                <a:solidFill>
                  <a:srgbClr val="003366"/>
                </a:solidFill>
                <a:latin typeface="Times New Roman"/>
                <a:cs typeface="Times New Roman"/>
              </a:rPr>
              <a:t>0	(class	</a:t>
            </a:r>
            <a:r>
              <a:rPr sz="3200" spc="-6" dirty="0">
                <a:solidFill>
                  <a:srgbClr val="003366"/>
                </a:solidFill>
                <a:latin typeface="Times New Roman"/>
                <a:cs typeface="Times New Roman"/>
              </a:rPr>
              <a:t>C</a:t>
            </a:r>
            <a:r>
              <a:rPr sz="3200" dirty="0">
                <a:solidFill>
                  <a:srgbClr val="003366"/>
                </a:solidFill>
                <a:latin typeface="Times New Roman"/>
                <a:cs typeface="Times New Roman"/>
              </a:rPr>
              <a:t>).	The	company	needs  </a:t>
            </a:r>
            <a:r>
              <a:rPr sz="3200" spc="-6" dirty="0">
                <a:solidFill>
                  <a:srgbClr val="003366"/>
                </a:solidFill>
                <a:latin typeface="Times New Roman"/>
                <a:cs typeface="Times New Roman"/>
              </a:rPr>
              <a:t>six subnets. Design </a:t>
            </a:r>
            <a:r>
              <a:rPr sz="3200" dirty="0">
                <a:solidFill>
                  <a:srgbClr val="003366"/>
                </a:solidFill>
                <a:latin typeface="Times New Roman"/>
                <a:cs typeface="Times New Roman"/>
              </a:rPr>
              <a:t>the</a:t>
            </a:r>
            <a:r>
              <a:rPr sz="3200" spc="11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3200" spc="-6" dirty="0">
                <a:solidFill>
                  <a:srgbClr val="003366"/>
                </a:solidFill>
                <a:latin typeface="Times New Roman"/>
                <a:cs typeface="Times New Roman"/>
              </a:rPr>
              <a:t>subnets.</a:t>
            </a:r>
            <a:endParaRPr sz="32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743400" y="5141824"/>
            <a:ext cx="2152497" cy="98907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920401" y="5232559"/>
            <a:ext cx="1807718" cy="579069"/>
          </a:xfrm>
          <a:prstGeom prst="rect">
            <a:avLst/>
          </a:prstGeom>
          <a:ln w="38100">
            <a:solidFill>
              <a:srgbClr val="FF3300"/>
            </a:solidFill>
          </a:ln>
        </p:spPr>
        <p:txBody>
          <a:bodyPr vert="horz" wrap="square" lIns="0" tIns="37021" rIns="0" bIns="0" rtlCol="0">
            <a:spAutoFit/>
          </a:bodyPr>
          <a:lstStyle/>
          <a:p>
            <a:pPr marL="101283">
              <a:spcBef>
                <a:spcPts val="292"/>
              </a:spcBef>
            </a:pPr>
            <a:r>
              <a:rPr sz="3520" b="1" i="1" dirty="0">
                <a:solidFill>
                  <a:srgbClr val="003366"/>
                </a:solidFill>
                <a:latin typeface="Times New Roman"/>
                <a:cs typeface="Times New Roman"/>
              </a:rPr>
              <a:t>Solution</a:t>
            </a:r>
            <a:endParaRPr sz="352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73354" y="6124976"/>
            <a:ext cx="9301226" cy="998991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3970" marR="5588" algn="l">
              <a:spcBef>
                <a:spcPts val="110"/>
              </a:spcBef>
              <a:tabLst>
                <a:tab pos="1408875" algn="l"/>
                <a:tab pos="3561652" algn="l"/>
                <a:tab pos="4594732" algn="l"/>
                <a:tab pos="5655755" algn="l"/>
                <a:tab pos="6660198" algn="l"/>
                <a:tab pos="7888859" algn="l"/>
              </a:tabLst>
            </a:pPr>
            <a:r>
              <a:rPr sz="3200" dirty="0">
                <a:solidFill>
                  <a:srgbClr val="666699"/>
                </a:solidFill>
                <a:latin typeface="Times New Roman"/>
                <a:cs typeface="Times New Roman"/>
              </a:rPr>
              <a:t>The	</a:t>
            </a:r>
            <a:r>
              <a:rPr sz="3200" spc="11" dirty="0">
                <a:solidFill>
                  <a:srgbClr val="666699"/>
                </a:solidFill>
                <a:latin typeface="Times New Roman"/>
                <a:cs typeface="Times New Roman"/>
              </a:rPr>
              <a:t>n</a:t>
            </a:r>
            <a:r>
              <a:rPr sz="3200" dirty="0">
                <a:solidFill>
                  <a:srgbClr val="666699"/>
                </a:solidFill>
                <a:latin typeface="Times New Roman"/>
                <a:cs typeface="Times New Roman"/>
              </a:rPr>
              <a:t>umber	of	1s	</a:t>
            </a:r>
            <a:r>
              <a:rPr sz="3200" spc="-6" dirty="0">
                <a:solidFill>
                  <a:srgbClr val="666699"/>
                </a:solidFill>
                <a:latin typeface="Times New Roman"/>
                <a:cs typeface="Times New Roman"/>
              </a:rPr>
              <a:t>i</a:t>
            </a:r>
            <a:r>
              <a:rPr sz="3200" dirty="0">
                <a:solidFill>
                  <a:srgbClr val="666699"/>
                </a:solidFill>
                <a:latin typeface="Times New Roman"/>
                <a:cs typeface="Times New Roman"/>
              </a:rPr>
              <a:t>n	the	def</a:t>
            </a:r>
            <a:r>
              <a:rPr sz="3200" spc="6" dirty="0">
                <a:solidFill>
                  <a:srgbClr val="666699"/>
                </a:solidFill>
                <a:latin typeface="Times New Roman"/>
                <a:cs typeface="Times New Roman"/>
              </a:rPr>
              <a:t>a</a:t>
            </a:r>
            <a:r>
              <a:rPr sz="3200" dirty="0">
                <a:solidFill>
                  <a:srgbClr val="666699"/>
                </a:solidFill>
                <a:latin typeface="Times New Roman"/>
                <a:cs typeface="Times New Roman"/>
              </a:rPr>
              <a:t>ult  mask </a:t>
            </a:r>
            <a:r>
              <a:rPr sz="3200" spc="-6" dirty="0">
                <a:solidFill>
                  <a:srgbClr val="666699"/>
                </a:solidFill>
                <a:latin typeface="Times New Roman"/>
                <a:cs typeface="Times New Roman"/>
              </a:rPr>
              <a:t>is </a:t>
            </a:r>
            <a:r>
              <a:rPr sz="3200" dirty="0">
                <a:solidFill>
                  <a:srgbClr val="666699"/>
                </a:solidFill>
                <a:latin typeface="Times New Roman"/>
                <a:cs typeface="Times New Roman"/>
              </a:rPr>
              <a:t>24 </a:t>
            </a:r>
            <a:r>
              <a:rPr sz="3200" spc="-6" dirty="0">
                <a:solidFill>
                  <a:srgbClr val="666699"/>
                </a:solidFill>
                <a:latin typeface="Times New Roman"/>
                <a:cs typeface="Times New Roman"/>
              </a:rPr>
              <a:t>(class C).</a:t>
            </a:r>
            <a:endParaRPr sz="3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347770" y="944118"/>
            <a:ext cx="4499458" cy="9890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523933" y="1085566"/>
            <a:ext cx="4152583" cy="577657"/>
          </a:xfrm>
          <a:prstGeom prst="rect">
            <a:avLst/>
          </a:prstGeom>
          <a:ln w="38100">
            <a:solidFill>
              <a:srgbClr val="FF3300"/>
            </a:solidFill>
          </a:ln>
        </p:spPr>
        <p:txBody>
          <a:bodyPr vert="horz" wrap="square" lIns="0" tIns="35622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00584">
              <a:spcBef>
                <a:spcPts val="279"/>
              </a:spcBef>
            </a:pPr>
            <a:r>
              <a:rPr sz="3520" b="1" i="1" dirty="0">
                <a:latin typeface="Times New Roman"/>
                <a:cs typeface="Times New Roman"/>
              </a:rPr>
              <a:t>Solution</a:t>
            </a:r>
            <a:r>
              <a:rPr sz="3520" b="1" i="1" spc="-72" dirty="0">
                <a:latin typeface="Times New Roman"/>
                <a:cs typeface="Times New Roman"/>
              </a:rPr>
              <a:t> </a:t>
            </a:r>
            <a:r>
              <a:rPr sz="3520" b="1" i="1" dirty="0">
                <a:latin typeface="Times New Roman"/>
                <a:cs typeface="Times New Roman"/>
              </a:rPr>
              <a:t>(Continued)</a:t>
            </a:r>
            <a:endParaRPr sz="3520">
              <a:latin typeface="Times New Roman"/>
              <a:cs typeface="Times New Roman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B3A264-5F95-0345-9D7E-F16AFF8CA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0269B-3FF7-874D-8ED1-2D9E2506D078}" type="slidenum">
              <a:rPr lang="en-US" smtClean="0"/>
              <a:pPr/>
              <a:t>45</a:t>
            </a:fld>
            <a:endParaRPr lang="en-US"/>
          </a:p>
        </p:txBody>
      </p:sp>
      <p:sp>
        <p:nvSpPr>
          <p:cNvPr id="4" name="object 4"/>
          <p:cNvSpPr txBox="1"/>
          <p:nvPr/>
        </p:nvSpPr>
        <p:spPr>
          <a:xfrm>
            <a:off x="423682" y="2559972"/>
            <a:ext cx="9494012" cy="2850460"/>
          </a:xfrm>
          <a:prstGeom prst="rect">
            <a:avLst/>
          </a:prstGeom>
        </p:spPr>
        <p:txBody>
          <a:bodyPr vert="horz" wrap="square" lIns="0" tIns="13272" rIns="0" bIns="0" rtlCol="0">
            <a:spAutoFit/>
          </a:bodyPr>
          <a:lstStyle/>
          <a:p>
            <a:pPr marL="111760" marR="101283" algn="just">
              <a:lnSpc>
                <a:spcPct val="100099"/>
              </a:lnSpc>
              <a:spcBef>
                <a:spcPts val="105"/>
              </a:spcBef>
            </a:pPr>
            <a:r>
              <a:rPr sz="3200" dirty="0">
                <a:solidFill>
                  <a:srgbClr val="666699"/>
                </a:solidFill>
                <a:latin typeface="Times New Roman"/>
                <a:cs typeface="Times New Roman"/>
              </a:rPr>
              <a:t>The company needs </a:t>
            </a:r>
            <a:r>
              <a:rPr sz="3200" spc="-6" dirty="0">
                <a:solidFill>
                  <a:srgbClr val="666699"/>
                </a:solidFill>
                <a:latin typeface="Times New Roman"/>
                <a:cs typeface="Times New Roman"/>
              </a:rPr>
              <a:t>six subnets. This number  </a:t>
            </a:r>
            <a:r>
              <a:rPr sz="3200" dirty="0">
                <a:solidFill>
                  <a:srgbClr val="666699"/>
                </a:solidFill>
                <a:latin typeface="Times New Roman"/>
                <a:cs typeface="Times New Roman"/>
              </a:rPr>
              <a:t>6 </a:t>
            </a:r>
            <a:r>
              <a:rPr sz="3200" spc="-6" dirty="0">
                <a:solidFill>
                  <a:srgbClr val="666699"/>
                </a:solidFill>
                <a:latin typeface="Times New Roman"/>
                <a:cs typeface="Times New Roman"/>
              </a:rPr>
              <a:t>is </a:t>
            </a:r>
            <a:r>
              <a:rPr sz="3200" dirty="0">
                <a:solidFill>
                  <a:srgbClr val="666699"/>
                </a:solidFill>
                <a:latin typeface="Times New Roman"/>
                <a:cs typeface="Times New Roman"/>
              </a:rPr>
              <a:t>not a power of 2. </a:t>
            </a:r>
            <a:r>
              <a:rPr sz="3200" spc="-6" dirty="0">
                <a:solidFill>
                  <a:srgbClr val="666699"/>
                </a:solidFill>
                <a:latin typeface="Times New Roman"/>
                <a:cs typeface="Times New Roman"/>
              </a:rPr>
              <a:t>The </a:t>
            </a:r>
            <a:r>
              <a:rPr sz="3200" dirty="0">
                <a:solidFill>
                  <a:srgbClr val="666699"/>
                </a:solidFill>
                <a:latin typeface="Times New Roman"/>
                <a:cs typeface="Times New Roman"/>
              </a:rPr>
              <a:t>next number that </a:t>
            </a:r>
            <a:r>
              <a:rPr sz="3200" spc="6" dirty="0">
                <a:solidFill>
                  <a:srgbClr val="666699"/>
                </a:solidFill>
                <a:latin typeface="Times New Roman"/>
                <a:cs typeface="Times New Roman"/>
              </a:rPr>
              <a:t>is  </a:t>
            </a:r>
            <a:r>
              <a:rPr sz="3200" dirty="0">
                <a:solidFill>
                  <a:srgbClr val="666699"/>
                </a:solidFill>
                <a:latin typeface="Times New Roman"/>
                <a:cs typeface="Times New Roman"/>
              </a:rPr>
              <a:t>a power of 2 </a:t>
            </a:r>
            <a:r>
              <a:rPr sz="3200" spc="-6" dirty="0">
                <a:solidFill>
                  <a:srgbClr val="666699"/>
                </a:solidFill>
                <a:latin typeface="Times New Roman"/>
                <a:cs typeface="Times New Roman"/>
              </a:rPr>
              <a:t>is </a:t>
            </a:r>
            <a:r>
              <a:rPr sz="3200" dirty="0">
                <a:solidFill>
                  <a:srgbClr val="666699"/>
                </a:solidFill>
                <a:latin typeface="Times New Roman"/>
                <a:cs typeface="Times New Roman"/>
              </a:rPr>
              <a:t>8 (2</a:t>
            </a:r>
            <a:r>
              <a:rPr sz="3200" baseline="25462" dirty="0">
                <a:solidFill>
                  <a:srgbClr val="666699"/>
                </a:solidFill>
                <a:latin typeface="Times New Roman"/>
                <a:cs typeface="Times New Roman"/>
              </a:rPr>
              <a:t>3</a:t>
            </a:r>
            <a:r>
              <a:rPr sz="3200" dirty="0">
                <a:solidFill>
                  <a:srgbClr val="666699"/>
                </a:solidFill>
                <a:latin typeface="Times New Roman"/>
                <a:cs typeface="Times New Roman"/>
              </a:rPr>
              <a:t>). </a:t>
            </a:r>
            <a:r>
              <a:rPr sz="3200" spc="-160" dirty="0">
                <a:solidFill>
                  <a:srgbClr val="666699"/>
                </a:solidFill>
                <a:latin typeface="Times New Roman"/>
                <a:cs typeface="Times New Roman"/>
              </a:rPr>
              <a:t>We </a:t>
            </a:r>
            <a:r>
              <a:rPr sz="3200" dirty="0">
                <a:solidFill>
                  <a:srgbClr val="666699"/>
                </a:solidFill>
                <a:latin typeface="Times New Roman"/>
                <a:cs typeface="Times New Roman"/>
              </a:rPr>
              <a:t>need 3 more 1s </a:t>
            </a:r>
            <a:r>
              <a:rPr sz="3200" spc="-6" dirty="0">
                <a:solidFill>
                  <a:srgbClr val="666699"/>
                </a:solidFill>
                <a:latin typeface="Times New Roman"/>
                <a:cs typeface="Times New Roman"/>
              </a:rPr>
              <a:t>in  </a:t>
            </a:r>
            <a:r>
              <a:rPr sz="3200" dirty="0">
                <a:solidFill>
                  <a:srgbClr val="666699"/>
                </a:solidFill>
                <a:latin typeface="Times New Roman"/>
                <a:cs typeface="Times New Roman"/>
              </a:rPr>
              <a:t>the subnet mask. The </a:t>
            </a:r>
            <a:r>
              <a:rPr sz="3200" spc="-6" dirty="0">
                <a:solidFill>
                  <a:srgbClr val="666699"/>
                </a:solidFill>
                <a:latin typeface="Times New Roman"/>
                <a:cs typeface="Times New Roman"/>
              </a:rPr>
              <a:t>total </a:t>
            </a:r>
            <a:r>
              <a:rPr sz="3200" dirty="0">
                <a:solidFill>
                  <a:srgbClr val="666699"/>
                </a:solidFill>
                <a:latin typeface="Times New Roman"/>
                <a:cs typeface="Times New Roman"/>
              </a:rPr>
              <a:t>number of 1s </a:t>
            </a:r>
            <a:r>
              <a:rPr sz="3200" spc="-6" dirty="0">
                <a:solidFill>
                  <a:srgbClr val="666699"/>
                </a:solidFill>
                <a:latin typeface="Times New Roman"/>
                <a:cs typeface="Times New Roman"/>
              </a:rPr>
              <a:t>in  </a:t>
            </a:r>
            <a:r>
              <a:rPr sz="3200" dirty="0">
                <a:solidFill>
                  <a:srgbClr val="666699"/>
                </a:solidFill>
                <a:latin typeface="Times New Roman"/>
                <a:cs typeface="Times New Roman"/>
              </a:rPr>
              <a:t>the </a:t>
            </a:r>
            <a:r>
              <a:rPr sz="3200" spc="-6" dirty="0">
                <a:solidFill>
                  <a:srgbClr val="666699"/>
                </a:solidFill>
                <a:latin typeface="Times New Roman"/>
                <a:cs typeface="Times New Roman"/>
              </a:rPr>
              <a:t>subnet </a:t>
            </a:r>
            <a:r>
              <a:rPr sz="3200" dirty="0">
                <a:solidFill>
                  <a:srgbClr val="666699"/>
                </a:solidFill>
                <a:latin typeface="Times New Roman"/>
                <a:cs typeface="Times New Roman"/>
              </a:rPr>
              <a:t>mask </a:t>
            </a:r>
            <a:r>
              <a:rPr sz="3200" spc="-6" dirty="0">
                <a:solidFill>
                  <a:srgbClr val="666699"/>
                </a:solidFill>
                <a:latin typeface="Times New Roman"/>
                <a:cs typeface="Times New Roman"/>
              </a:rPr>
              <a:t>is </a:t>
            </a:r>
            <a:r>
              <a:rPr sz="3200" dirty="0">
                <a:solidFill>
                  <a:srgbClr val="666699"/>
                </a:solidFill>
                <a:latin typeface="Times New Roman"/>
                <a:cs typeface="Times New Roman"/>
              </a:rPr>
              <a:t>27 (24 </a:t>
            </a:r>
            <a:r>
              <a:rPr sz="3200" dirty="0">
                <a:solidFill>
                  <a:srgbClr val="666699"/>
                </a:solidFill>
                <a:latin typeface="Symbol"/>
                <a:cs typeface="Symbol"/>
              </a:rPr>
              <a:t></a:t>
            </a:r>
            <a:r>
              <a:rPr sz="3200" spc="-17" dirty="0">
                <a:solidFill>
                  <a:srgbClr val="666699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666699"/>
                </a:solidFill>
                <a:latin typeface="Times New Roman"/>
                <a:cs typeface="Times New Roman"/>
              </a:rPr>
              <a:t>3).</a:t>
            </a:r>
            <a:endParaRPr sz="3200" dirty="0">
              <a:latin typeface="Times New Roman"/>
              <a:cs typeface="Times New Roman"/>
            </a:endParaRPr>
          </a:p>
          <a:p>
            <a:pPr marL="111760" marR="103378" algn="just">
              <a:lnSpc>
                <a:spcPts val="4741"/>
              </a:lnSpc>
              <a:spcBef>
                <a:spcPts val="2546"/>
              </a:spcBef>
            </a:pPr>
            <a:r>
              <a:rPr sz="3200" dirty="0">
                <a:solidFill>
                  <a:srgbClr val="666699"/>
                </a:solidFill>
                <a:latin typeface="Times New Roman"/>
                <a:cs typeface="Times New Roman"/>
              </a:rPr>
              <a:t>The total number </a:t>
            </a:r>
            <a:r>
              <a:rPr sz="3200" spc="-6" dirty="0">
                <a:solidFill>
                  <a:srgbClr val="666699"/>
                </a:solidFill>
                <a:latin typeface="Times New Roman"/>
                <a:cs typeface="Times New Roman"/>
              </a:rPr>
              <a:t>of 0s is </a:t>
            </a:r>
            <a:r>
              <a:rPr sz="3200" dirty="0">
                <a:solidFill>
                  <a:srgbClr val="666699"/>
                </a:solidFill>
                <a:latin typeface="Times New Roman"/>
                <a:cs typeface="Times New Roman"/>
              </a:rPr>
              <a:t>5 </a:t>
            </a:r>
            <a:r>
              <a:rPr sz="3200" spc="-6" dirty="0">
                <a:solidFill>
                  <a:srgbClr val="666699"/>
                </a:solidFill>
                <a:latin typeface="Times New Roman"/>
                <a:cs typeface="Times New Roman"/>
              </a:rPr>
              <a:t>(32 </a:t>
            </a:r>
            <a:r>
              <a:rPr sz="3200" dirty="0">
                <a:solidFill>
                  <a:srgbClr val="666699"/>
                </a:solidFill>
                <a:latin typeface="Symbol"/>
                <a:cs typeface="Symbol"/>
              </a:rPr>
              <a:t></a:t>
            </a:r>
            <a:r>
              <a:rPr sz="3200" dirty="0">
                <a:solidFill>
                  <a:srgbClr val="666699"/>
                </a:solidFill>
                <a:latin typeface="Times New Roman"/>
                <a:cs typeface="Times New Roman"/>
              </a:rPr>
              <a:t> </a:t>
            </a:r>
            <a:r>
              <a:rPr sz="3200" spc="-6" dirty="0">
                <a:solidFill>
                  <a:srgbClr val="666699"/>
                </a:solidFill>
                <a:latin typeface="Times New Roman"/>
                <a:cs typeface="Times New Roman"/>
              </a:rPr>
              <a:t>27). </a:t>
            </a:r>
            <a:r>
              <a:rPr sz="3200" dirty="0">
                <a:solidFill>
                  <a:srgbClr val="666699"/>
                </a:solidFill>
                <a:latin typeface="Times New Roman"/>
                <a:cs typeface="Times New Roman"/>
              </a:rPr>
              <a:t>The  mask</a:t>
            </a:r>
            <a:r>
              <a:rPr sz="3200" spc="-11" dirty="0">
                <a:solidFill>
                  <a:srgbClr val="666699"/>
                </a:solidFill>
                <a:latin typeface="Times New Roman"/>
                <a:cs typeface="Times New Roman"/>
              </a:rPr>
              <a:t> </a:t>
            </a:r>
            <a:r>
              <a:rPr sz="3200" spc="-6" dirty="0">
                <a:solidFill>
                  <a:srgbClr val="666699"/>
                </a:solidFill>
                <a:latin typeface="Times New Roman"/>
                <a:cs typeface="Times New Roman"/>
              </a:rPr>
              <a:t>is</a:t>
            </a:r>
            <a:endParaRPr sz="3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507028" y="1103376"/>
            <a:ext cx="4499458" cy="9890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682911" y="1244544"/>
            <a:ext cx="4152583" cy="577657"/>
          </a:xfrm>
          <a:prstGeom prst="rect">
            <a:avLst/>
          </a:prstGeom>
          <a:ln w="38100">
            <a:solidFill>
              <a:srgbClr val="FF3300"/>
            </a:solidFill>
          </a:ln>
        </p:spPr>
        <p:txBody>
          <a:bodyPr vert="horz" wrap="square" lIns="0" tIns="35622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00584">
              <a:spcBef>
                <a:spcPts val="279"/>
              </a:spcBef>
            </a:pPr>
            <a:r>
              <a:rPr sz="3520" b="1" i="1" dirty="0">
                <a:latin typeface="Times New Roman"/>
                <a:cs typeface="Times New Roman"/>
              </a:rPr>
              <a:t>Solution</a:t>
            </a:r>
            <a:r>
              <a:rPr sz="3520" b="1" i="1" spc="-72" dirty="0">
                <a:latin typeface="Times New Roman"/>
                <a:cs typeface="Times New Roman"/>
              </a:rPr>
              <a:t> </a:t>
            </a:r>
            <a:r>
              <a:rPr sz="3520" b="1" i="1" dirty="0">
                <a:latin typeface="Times New Roman"/>
                <a:cs typeface="Times New Roman"/>
              </a:rPr>
              <a:t>(Continued)</a:t>
            </a:r>
            <a:endParaRPr sz="3520">
              <a:latin typeface="Times New Roman"/>
              <a:cs typeface="Times New Roman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292FF4-C7C0-0A49-9FAD-EE6B1559C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0269B-3FF7-874D-8ED1-2D9E2506D078}" type="slidenum">
              <a:rPr lang="en-US" smtClean="0"/>
              <a:pPr/>
              <a:t>46</a:t>
            </a:fld>
            <a:endParaRPr lang="en-US"/>
          </a:p>
        </p:txBody>
      </p:sp>
      <p:sp>
        <p:nvSpPr>
          <p:cNvPr id="4" name="object 4"/>
          <p:cNvSpPr txBox="1"/>
          <p:nvPr/>
        </p:nvSpPr>
        <p:spPr>
          <a:xfrm>
            <a:off x="1051437" y="3498672"/>
            <a:ext cx="8275828" cy="424603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R="394653" algn="ctr">
              <a:spcBef>
                <a:spcPts val="110"/>
              </a:spcBef>
            </a:pPr>
            <a:r>
              <a:rPr sz="3960" b="1" u="heavy" spc="-198" dirty="0">
                <a:solidFill>
                  <a:srgbClr val="666699"/>
                </a:solidFill>
                <a:uFill>
                  <a:solidFill>
                    <a:srgbClr val="666699"/>
                  </a:solidFill>
                </a:uFill>
                <a:latin typeface="Times New Roman"/>
                <a:cs typeface="Times New Roman"/>
              </a:rPr>
              <a:t>11111111 11111111 11111111</a:t>
            </a:r>
            <a:r>
              <a:rPr sz="3960" b="1" spc="-99" dirty="0">
                <a:solidFill>
                  <a:srgbClr val="666699"/>
                </a:solidFill>
                <a:latin typeface="Times New Roman"/>
                <a:cs typeface="Times New Roman"/>
              </a:rPr>
              <a:t> </a:t>
            </a:r>
            <a:r>
              <a:rPr sz="3960" b="1" u="heavy" spc="-61" dirty="0">
                <a:solidFill>
                  <a:srgbClr val="666699"/>
                </a:solidFill>
                <a:uFill>
                  <a:solidFill>
                    <a:srgbClr val="666699"/>
                  </a:solidFill>
                </a:uFill>
                <a:latin typeface="Times New Roman"/>
                <a:cs typeface="Times New Roman"/>
              </a:rPr>
              <a:t>111</a:t>
            </a:r>
            <a:r>
              <a:rPr sz="3960" spc="-61" dirty="0">
                <a:latin typeface="Times New Roman"/>
                <a:cs typeface="Times New Roman"/>
              </a:rPr>
              <a:t>00000</a:t>
            </a:r>
            <a:endParaRPr sz="3960" dirty="0">
              <a:latin typeface="Times New Roman"/>
              <a:cs typeface="Times New Roman"/>
            </a:endParaRPr>
          </a:p>
          <a:p>
            <a:pPr marR="397447" algn="ctr">
              <a:spcBef>
                <a:spcPts val="105"/>
              </a:spcBef>
            </a:pPr>
            <a:r>
              <a:rPr sz="3960" dirty="0">
                <a:latin typeface="Times New Roman"/>
                <a:cs typeface="Times New Roman"/>
              </a:rPr>
              <a:t>or</a:t>
            </a:r>
          </a:p>
          <a:p>
            <a:pPr marR="398844" algn="ctr">
              <a:spcBef>
                <a:spcPts val="2250"/>
              </a:spcBef>
            </a:pPr>
            <a:r>
              <a:rPr sz="3520" b="1" dirty="0">
                <a:solidFill>
                  <a:srgbClr val="666699"/>
                </a:solidFill>
                <a:latin typeface="Times New Roman"/>
                <a:cs typeface="Times New Roman"/>
              </a:rPr>
              <a:t>255.255.255.224</a:t>
            </a:r>
            <a:endParaRPr sz="3520" dirty="0">
              <a:latin typeface="Times New Roman"/>
              <a:cs typeface="Times New Roman"/>
            </a:endParaRPr>
          </a:p>
          <a:p>
            <a:pPr marL="641922" algn="l">
              <a:spcBef>
                <a:spcPts val="2371"/>
              </a:spcBef>
            </a:pPr>
            <a:r>
              <a:rPr sz="2640" dirty="0">
                <a:latin typeface="Times New Roman"/>
                <a:cs typeface="Times New Roman"/>
              </a:rPr>
              <a:t>The </a:t>
            </a:r>
            <a:r>
              <a:rPr sz="2640" spc="-6" dirty="0">
                <a:latin typeface="Times New Roman"/>
                <a:cs typeface="Times New Roman"/>
              </a:rPr>
              <a:t>number </a:t>
            </a:r>
            <a:r>
              <a:rPr sz="2640" dirty="0">
                <a:latin typeface="Times New Roman"/>
                <a:cs typeface="Times New Roman"/>
              </a:rPr>
              <a:t>of </a:t>
            </a:r>
            <a:r>
              <a:rPr sz="2640" spc="-6" dirty="0">
                <a:latin typeface="Times New Roman"/>
                <a:cs typeface="Times New Roman"/>
              </a:rPr>
              <a:t>subnets </a:t>
            </a:r>
            <a:r>
              <a:rPr sz="2640" dirty="0">
                <a:latin typeface="Times New Roman"/>
                <a:cs typeface="Times New Roman"/>
              </a:rPr>
              <a:t>is</a:t>
            </a:r>
            <a:r>
              <a:rPr sz="2640" spc="-11" dirty="0">
                <a:latin typeface="Times New Roman"/>
                <a:cs typeface="Times New Roman"/>
              </a:rPr>
              <a:t> </a:t>
            </a:r>
            <a:r>
              <a:rPr sz="2640" dirty="0">
                <a:latin typeface="Times New Roman"/>
                <a:cs typeface="Times New Roman"/>
              </a:rPr>
              <a:t>8.</a:t>
            </a:r>
          </a:p>
          <a:p>
            <a:pPr marL="641922" marR="33528" algn="l">
              <a:spcBef>
                <a:spcPts val="231"/>
              </a:spcBef>
            </a:pPr>
            <a:r>
              <a:rPr sz="2640" dirty="0">
                <a:latin typeface="Times New Roman"/>
                <a:cs typeface="Times New Roman"/>
              </a:rPr>
              <a:t>The </a:t>
            </a:r>
            <a:r>
              <a:rPr sz="2640" spc="-6" dirty="0">
                <a:latin typeface="Times New Roman"/>
                <a:cs typeface="Times New Roman"/>
              </a:rPr>
              <a:t>number </a:t>
            </a:r>
            <a:r>
              <a:rPr sz="2640" dirty="0">
                <a:latin typeface="Times New Roman"/>
                <a:cs typeface="Times New Roman"/>
              </a:rPr>
              <a:t>of </a:t>
            </a:r>
            <a:r>
              <a:rPr sz="2640" spc="-6" dirty="0">
                <a:latin typeface="Times New Roman"/>
                <a:cs typeface="Times New Roman"/>
              </a:rPr>
              <a:t>addresses </a:t>
            </a:r>
            <a:r>
              <a:rPr sz="2640" dirty="0">
                <a:latin typeface="Times New Roman"/>
                <a:cs typeface="Times New Roman"/>
              </a:rPr>
              <a:t>in each </a:t>
            </a:r>
            <a:r>
              <a:rPr sz="2640" spc="-6" dirty="0">
                <a:latin typeface="Times New Roman"/>
                <a:cs typeface="Times New Roman"/>
              </a:rPr>
              <a:t>subnet </a:t>
            </a:r>
            <a:r>
              <a:rPr sz="2640" dirty="0">
                <a:latin typeface="Times New Roman"/>
                <a:cs typeface="Times New Roman"/>
              </a:rPr>
              <a:t>is </a:t>
            </a:r>
            <a:r>
              <a:rPr sz="2640" spc="-6" dirty="0">
                <a:latin typeface="Times New Roman"/>
                <a:cs typeface="Times New Roman"/>
              </a:rPr>
              <a:t>2</a:t>
            </a:r>
            <a:r>
              <a:rPr sz="2640" spc="-8" baseline="24305" dirty="0">
                <a:latin typeface="Times New Roman"/>
                <a:cs typeface="Times New Roman"/>
              </a:rPr>
              <a:t>5 </a:t>
            </a:r>
            <a:r>
              <a:rPr sz="2640" spc="-6" dirty="0">
                <a:latin typeface="Times New Roman"/>
                <a:cs typeface="Times New Roman"/>
              </a:rPr>
              <a:t>(5 </a:t>
            </a:r>
            <a:r>
              <a:rPr sz="2640" dirty="0">
                <a:latin typeface="Times New Roman"/>
                <a:cs typeface="Times New Roman"/>
              </a:rPr>
              <a:t>is </a:t>
            </a:r>
            <a:r>
              <a:rPr sz="2640" spc="-6" dirty="0">
                <a:latin typeface="Times New Roman"/>
                <a:cs typeface="Times New Roman"/>
              </a:rPr>
              <a:t>the  number </a:t>
            </a:r>
            <a:r>
              <a:rPr sz="2640" dirty="0">
                <a:latin typeface="Times New Roman"/>
                <a:cs typeface="Times New Roman"/>
              </a:rPr>
              <a:t>of 0s) or</a:t>
            </a:r>
            <a:r>
              <a:rPr sz="2640" spc="6" dirty="0">
                <a:latin typeface="Times New Roman"/>
                <a:cs typeface="Times New Roman"/>
              </a:rPr>
              <a:t> </a:t>
            </a:r>
            <a:r>
              <a:rPr sz="2640" dirty="0">
                <a:latin typeface="Times New Roman"/>
                <a:cs typeface="Times New Roman"/>
              </a:rPr>
              <a:t>32.</a:t>
            </a:r>
          </a:p>
          <a:p>
            <a:pPr marR="238189">
              <a:spcBef>
                <a:spcPts val="1584"/>
              </a:spcBef>
            </a:pPr>
            <a:r>
              <a:rPr lang="en-US" sz="2640" spc="-6" dirty="0">
                <a:solidFill>
                  <a:srgbClr val="666699"/>
                </a:solidFill>
                <a:latin typeface="Times New Roman"/>
                <a:cs typeface="Times New Roman"/>
              </a:rPr>
              <a:t> </a:t>
            </a:r>
            <a:endParaRPr sz="264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68705" y="1272064"/>
            <a:ext cx="7903528" cy="573817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979493" y="245096"/>
            <a:ext cx="2052890" cy="555793"/>
          </a:xfrm>
          <a:prstGeom prst="rect">
            <a:avLst/>
          </a:prstGeom>
        </p:spPr>
        <p:txBody>
          <a:bodyPr vert="horz" wrap="square" lIns="0" tIns="1397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3970">
              <a:spcBef>
                <a:spcPts val="110"/>
              </a:spcBef>
            </a:pPr>
            <a:r>
              <a:rPr sz="3520" b="1" dirty="0">
                <a:solidFill>
                  <a:srgbClr val="C00000"/>
                </a:solidFill>
                <a:latin typeface="Times New Roman"/>
                <a:cs typeface="Times New Roman"/>
              </a:rPr>
              <a:t>Example</a:t>
            </a:r>
            <a:r>
              <a:rPr sz="3520" b="1" spc="-10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520" b="1" dirty="0">
                <a:solidFill>
                  <a:srgbClr val="C00000"/>
                </a:solidFill>
                <a:latin typeface="Times New Roman"/>
                <a:cs typeface="Times New Roman"/>
              </a:rPr>
              <a:t>3</a:t>
            </a:r>
            <a:endParaRPr sz="3520" dirty="0">
              <a:solidFill>
                <a:srgbClr val="C00000"/>
              </a:solidFill>
              <a:latin typeface="Times New Roman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AB70D0-D57A-CE44-B0E7-106AD055F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0269B-3FF7-874D-8ED1-2D9E2506D078}" type="slidenum">
              <a:rPr lang="en-US" smtClean="0"/>
              <a:pPr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378757" y="1022909"/>
            <a:ext cx="2787853" cy="9890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554220" y="1113225"/>
            <a:ext cx="2443353" cy="577657"/>
          </a:xfrm>
          <a:prstGeom prst="rect">
            <a:avLst/>
          </a:prstGeom>
          <a:ln w="38100">
            <a:solidFill>
              <a:srgbClr val="FF3300"/>
            </a:solidFill>
          </a:ln>
        </p:spPr>
        <p:txBody>
          <a:bodyPr vert="horz" wrap="square" lIns="0" tIns="35622" rIns="0" bIns="0" rtlCol="0">
            <a:spAutoFit/>
          </a:bodyPr>
          <a:lstStyle/>
          <a:p>
            <a:pPr marL="101283">
              <a:spcBef>
                <a:spcPts val="279"/>
              </a:spcBef>
            </a:pPr>
            <a:r>
              <a:rPr sz="3520" b="1" i="1" dirty="0">
                <a:solidFill>
                  <a:srgbClr val="003366"/>
                </a:solidFill>
                <a:latin typeface="Times New Roman"/>
                <a:cs typeface="Times New Roman"/>
              </a:rPr>
              <a:t>Example</a:t>
            </a:r>
            <a:r>
              <a:rPr sz="3520" b="1" i="1" spc="-66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3520" b="1" i="1" dirty="0">
                <a:solidFill>
                  <a:srgbClr val="003366"/>
                </a:solidFill>
                <a:latin typeface="Times New Roman"/>
                <a:cs typeface="Times New Roman"/>
              </a:rPr>
              <a:t>12</a:t>
            </a:r>
            <a:endParaRPr sz="352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40994" y="3049859"/>
            <a:ext cx="9131491" cy="444994"/>
          </a:xfrm>
          <a:prstGeom prst="rect">
            <a:avLst/>
          </a:prstGeom>
        </p:spPr>
        <p:txBody>
          <a:bodyPr vert="horz" wrap="square" lIns="0" tIns="1397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3970">
              <a:spcBef>
                <a:spcPts val="110"/>
              </a:spcBef>
              <a:tabLst>
                <a:tab pos="724345" algn="l"/>
                <a:tab pos="2944876" algn="l"/>
                <a:tab pos="3657346" algn="l"/>
                <a:tab pos="5541899" algn="l"/>
                <a:tab pos="6533071" algn="l"/>
                <a:tab pos="7605967" algn="l"/>
              </a:tabLst>
            </a:pPr>
            <a:r>
              <a:rPr sz="2800" dirty="0"/>
              <a:t>A	co</a:t>
            </a:r>
            <a:r>
              <a:rPr sz="2800" spc="6" dirty="0"/>
              <a:t>m</a:t>
            </a:r>
            <a:r>
              <a:rPr sz="2800" dirty="0"/>
              <a:t>pany	</a:t>
            </a:r>
            <a:r>
              <a:rPr sz="2800" spc="-6" dirty="0"/>
              <a:t>i</a:t>
            </a:r>
            <a:r>
              <a:rPr sz="2800" dirty="0"/>
              <a:t>s	grant</a:t>
            </a:r>
            <a:r>
              <a:rPr sz="2800" spc="11" dirty="0"/>
              <a:t>e</a:t>
            </a:r>
            <a:r>
              <a:rPr sz="2800" dirty="0"/>
              <a:t>d	the	</a:t>
            </a:r>
            <a:r>
              <a:rPr sz="2800" spc="-6" dirty="0"/>
              <a:t>sit</a:t>
            </a:r>
            <a:r>
              <a:rPr sz="2800" dirty="0"/>
              <a:t>e	a</a:t>
            </a:r>
            <a:r>
              <a:rPr sz="2800" spc="11" dirty="0"/>
              <a:t>d</a:t>
            </a:r>
            <a:r>
              <a:rPr sz="2800" dirty="0"/>
              <a:t>dre</a:t>
            </a:r>
            <a:r>
              <a:rPr sz="2800" spc="6" dirty="0"/>
              <a:t>s</a:t>
            </a:r>
            <a:r>
              <a:rPr sz="2800" dirty="0"/>
              <a:t>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521458-3169-CA48-A81B-1AC062D7A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0269B-3FF7-874D-8ED1-2D9E2506D078}" type="slidenum">
              <a:rPr lang="en-US" smtClean="0"/>
              <a:pPr/>
              <a:t>48</a:t>
            </a:fld>
            <a:endParaRPr lang="en-US"/>
          </a:p>
        </p:txBody>
      </p:sp>
      <p:sp>
        <p:nvSpPr>
          <p:cNvPr id="5" name="object 5"/>
          <p:cNvSpPr txBox="1"/>
          <p:nvPr/>
        </p:nvSpPr>
        <p:spPr>
          <a:xfrm>
            <a:off x="840994" y="3560085"/>
            <a:ext cx="9131491" cy="998991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3970" marR="5588" algn="l">
              <a:spcBef>
                <a:spcPts val="110"/>
              </a:spcBef>
              <a:tabLst>
                <a:tab pos="2434971" algn="l"/>
                <a:tab pos="3864799" algn="l"/>
                <a:tab pos="4777042" algn="l"/>
                <a:tab pos="5841556" algn="l"/>
                <a:tab pos="7971282" algn="l"/>
              </a:tabLst>
            </a:pPr>
            <a:r>
              <a:rPr sz="3200" dirty="0">
                <a:solidFill>
                  <a:srgbClr val="003366"/>
                </a:solidFill>
                <a:latin typeface="Times New Roman"/>
                <a:cs typeface="Times New Roman"/>
              </a:rPr>
              <a:t>18</a:t>
            </a:r>
            <a:r>
              <a:rPr sz="3200" spc="-6" dirty="0">
                <a:solidFill>
                  <a:srgbClr val="003366"/>
                </a:solidFill>
                <a:latin typeface="Times New Roman"/>
                <a:cs typeface="Times New Roman"/>
              </a:rPr>
              <a:t>1.</a:t>
            </a:r>
            <a:r>
              <a:rPr sz="3200" dirty="0">
                <a:solidFill>
                  <a:srgbClr val="003366"/>
                </a:solidFill>
                <a:latin typeface="Times New Roman"/>
                <a:cs typeface="Times New Roman"/>
              </a:rPr>
              <a:t>5</a:t>
            </a:r>
            <a:r>
              <a:rPr sz="3200" spc="-6" dirty="0">
                <a:solidFill>
                  <a:srgbClr val="003366"/>
                </a:solidFill>
                <a:latin typeface="Times New Roman"/>
                <a:cs typeface="Times New Roman"/>
              </a:rPr>
              <a:t>6.0.</a:t>
            </a:r>
            <a:r>
              <a:rPr sz="3200" dirty="0">
                <a:solidFill>
                  <a:srgbClr val="003366"/>
                </a:solidFill>
                <a:latin typeface="Times New Roman"/>
                <a:cs typeface="Times New Roman"/>
              </a:rPr>
              <a:t>0	(cla</a:t>
            </a:r>
            <a:r>
              <a:rPr sz="3200" spc="11" dirty="0">
                <a:solidFill>
                  <a:srgbClr val="003366"/>
                </a:solidFill>
                <a:latin typeface="Times New Roman"/>
                <a:cs typeface="Times New Roman"/>
              </a:rPr>
              <a:t>s</a:t>
            </a:r>
            <a:r>
              <a:rPr sz="3200" dirty="0">
                <a:solidFill>
                  <a:srgbClr val="003366"/>
                </a:solidFill>
                <a:latin typeface="Times New Roman"/>
                <a:cs typeface="Times New Roman"/>
              </a:rPr>
              <a:t>s	</a:t>
            </a:r>
            <a:r>
              <a:rPr sz="3200" spc="-6" dirty="0">
                <a:solidFill>
                  <a:srgbClr val="003366"/>
                </a:solidFill>
                <a:latin typeface="Times New Roman"/>
                <a:cs typeface="Times New Roman"/>
              </a:rPr>
              <a:t>B</a:t>
            </a:r>
            <a:r>
              <a:rPr sz="3200" dirty="0">
                <a:solidFill>
                  <a:srgbClr val="003366"/>
                </a:solidFill>
                <a:latin typeface="Times New Roman"/>
                <a:cs typeface="Times New Roman"/>
              </a:rPr>
              <a:t>).	The	c</a:t>
            </a:r>
            <a:r>
              <a:rPr sz="3200" spc="6" dirty="0">
                <a:solidFill>
                  <a:srgbClr val="003366"/>
                </a:solidFill>
                <a:latin typeface="Times New Roman"/>
                <a:cs typeface="Times New Roman"/>
              </a:rPr>
              <a:t>o</a:t>
            </a:r>
            <a:r>
              <a:rPr sz="3200" dirty="0">
                <a:solidFill>
                  <a:srgbClr val="003366"/>
                </a:solidFill>
                <a:latin typeface="Times New Roman"/>
                <a:cs typeface="Times New Roman"/>
              </a:rPr>
              <a:t>mpany	needs  1000 </a:t>
            </a:r>
            <a:r>
              <a:rPr sz="3200" spc="-6" dirty="0">
                <a:solidFill>
                  <a:srgbClr val="003366"/>
                </a:solidFill>
                <a:latin typeface="Times New Roman"/>
                <a:cs typeface="Times New Roman"/>
              </a:rPr>
              <a:t>subnets. </a:t>
            </a:r>
            <a:r>
              <a:rPr sz="3200" dirty="0">
                <a:solidFill>
                  <a:srgbClr val="003366"/>
                </a:solidFill>
                <a:latin typeface="Times New Roman"/>
                <a:cs typeface="Times New Roman"/>
              </a:rPr>
              <a:t>Design the</a:t>
            </a:r>
            <a:r>
              <a:rPr sz="3200" spc="-28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3200" spc="-6" dirty="0">
                <a:solidFill>
                  <a:srgbClr val="003366"/>
                </a:solidFill>
                <a:latin typeface="Times New Roman"/>
                <a:cs typeface="Times New Roman"/>
              </a:rPr>
              <a:t>subnets.</a:t>
            </a:r>
            <a:endParaRPr sz="32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902658" y="4982566"/>
            <a:ext cx="2152498" cy="9890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079240" y="5073580"/>
            <a:ext cx="1807718" cy="579069"/>
          </a:xfrm>
          <a:prstGeom prst="rect">
            <a:avLst/>
          </a:prstGeom>
          <a:ln w="38100">
            <a:solidFill>
              <a:srgbClr val="FF3300"/>
            </a:solidFill>
          </a:ln>
        </p:spPr>
        <p:txBody>
          <a:bodyPr vert="horz" wrap="square" lIns="0" tIns="37021" rIns="0" bIns="0" rtlCol="0">
            <a:spAutoFit/>
          </a:bodyPr>
          <a:lstStyle/>
          <a:p>
            <a:pPr marL="101283">
              <a:spcBef>
                <a:spcPts val="292"/>
              </a:spcBef>
            </a:pPr>
            <a:r>
              <a:rPr sz="3520" b="1" i="1" dirty="0">
                <a:solidFill>
                  <a:srgbClr val="003366"/>
                </a:solidFill>
                <a:latin typeface="Times New Roman"/>
                <a:cs typeface="Times New Roman"/>
              </a:rPr>
              <a:t>Solution</a:t>
            </a:r>
            <a:endParaRPr sz="352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73354" y="6124976"/>
            <a:ext cx="9299131" cy="1232902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3970" marR="5588" algn="l">
              <a:spcBef>
                <a:spcPts val="110"/>
              </a:spcBef>
              <a:tabLst>
                <a:tab pos="992569" algn="l"/>
                <a:tab pos="2728341" algn="l"/>
                <a:tab pos="3347212" algn="l"/>
                <a:tab pos="3992626" algn="l"/>
                <a:tab pos="4580762" algn="l"/>
                <a:tab pos="5392420" algn="l"/>
                <a:tab pos="6987096" algn="l"/>
                <a:tab pos="8247888" algn="l"/>
                <a:tab pos="8780842" algn="l"/>
              </a:tabLst>
            </a:pPr>
            <a:r>
              <a:rPr sz="3960" dirty="0">
                <a:solidFill>
                  <a:srgbClr val="666699"/>
                </a:solidFill>
                <a:latin typeface="Times New Roman"/>
                <a:cs typeface="Times New Roman"/>
              </a:rPr>
              <a:t>The	n</a:t>
            </a:r>
            <a:r>
              <a:rPr sz="3960" spc="11" dirty="0">
                <a:solidFill>
                  <a:srgbClr val="666699"/>
                </a:solidFill>
                <a:latin typeface="Times New Roman"/>
                <a:cs typeface="Times New Roman"/>
              </a:rPr>
              <a:t>u</a:t>
            </a:r>
            <a:r>
              <a:rPr sz="3960" dirty="0">
                <a:solidFill>
                  <a:srgbClr val="666699"/>
                </a:solidFill>
                <a:latin typeface="Times New Roman"/>
                <a:cs typeface="Times New Roman"/>
              </a:rPr>
              <a:t>mber	of	1s	</a:t>
            </a:r>
            <a:r>
              <a:rPr sz="3960" spc="-6" dirty="0">
                <a:solidFill>
                  <a:srgbClr val="666699"/>
                </a:solidFill>
                <a:latin typeface="Times New Roman"/>
                <a:cs typeface="Times New Roman"/>
              </a:rPr>
              <a:t>i</a:t>
            </a:r>
            <a:r>
              <a:rPr sz="3960" dirty="0">
                <a:solidFill>
                  <a:srgbClr val="666699"/>
                </a:solidFill>
                <a:latin typeface="Times New Roman"/>
                <a:cs typeface="Times New Roman"/>
              </a:rPr>
              <a:t>n	the	def</a:t>
            </a:r>
            <a:r>
              <a:rPr sz="3960" spc="6" dirty="0">
                <a:solidFill>
                  <a:srgbClr val="666699"/>
                </a:solidFill>
                <a:latin typeface="Times New Roman"/>
                <a:cs typeface="Times New Roman"/>
              </a:rPr>
              <a:t>a</a:t>
            </a:r>
            <a:r>
              <a:rPr sz="3960" dirty="0">
                <a:solidFill>
                  <a:srgbClr val="666699"/>
                </a:solidFill>
                <a:latin typeface="Times New Roman"/>
                <a:cs typeface="Times New Roman"/>
              </a:rPr>
              <a:t>ult	mask	</a:t>
            </a:r>
            <a:r>
              <a:rPr sz="3960" spc="-6" dirty="0">
                <a:solidFill>
                  <a:srgbClr val="666699"/>
                </a:solidFill>
                <a:latin typeface="Times New Roman"/>
                <a:cs typeface="Times New Roman"/>
              </a:rPr>
              <a:t>i</a:t>
            </a:r>
            <a:r>
              <a:rPr sz="3960" dirty="0">
                <a:solidFill>
                  <a:srgbClr val="666699"/>
                </a:solidFill>
                <a:latin typeface="Times New Roman"/>
                <a:cs typeface="Times New Roman"/>
              </a:rPr>
              <a:t>s	16  </a:t>
            </a:r>
            <a:r>
              <a:rPr sz="3960" spc="-6" dirty="0">
                <a:solidFill>
                  <a:srgbClr val="666699"/>
                </a:solidFill>
                <a:latin typeface="Times New Roman"/>
                <a:cs typeface="Times New Roman"/>
              </a:rPr>
              <a:t>(class</a:t>
            </a:r>
            <a:r>
              <a:rPr sz="3960" dirty="0">
                <a:solidFill>
                  <a:srgbClr val="666699"/>
                </a:solidFill>
                <a:latin typeface="Times New Roman"/>
                <a:cs typeface="Times New Roman"/>
              </a:rPr>
              <a:t> </a:t>
            </a:r>
            <a:r>
              <a:rPr sz="3960" spc="-6" dirty="0">
                <a:solidFill>
                  <a:srgbClr val="666699"/>
                </a:solidFill>
                <a:latin typeface="Times New Roman"/>
                <a:cs typeface="Times New Roman"/>
              </a:rPr>
              <a:t>B).</a:t>
            </a:r>
            <a:endParaRPr sz="396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109722" y="944118"/>
            <a:ext cx="4499737" cy="989076"/>
            <a:chOff x="2827020" y="754380"/>
            <a:chExt cx="4090670" cy="899160"/>
          </a:xfrm>
        </p:grpSpPr>
        <p:sp>
          <p:nvSpPr>
            <p:cNvPr id="3" name="object 3"/>
            <p:cNvSpPr/>
            <p:nvPr/>
          </p:nvSpPr>
          <p:spPr>
            <a:xfrm>
              <a:off x="2987675" y="836612"/>
              <a:ext cx="3775075" cy="617855"/>
            </a:xfrm>
            <a:custGeom>
              <a:avLst/>
              <a:gdLst/>
              <a:ahLst/>
              <a:cxnLst/>
              <a:rect l="l" t="t" r="r" b="b"/>
              <a:pathLst>
                <a:path w="3775075" h="617855">
                  <a:moveTo>
                    <a:pt x="3775075" y="0"/>
                  </a:moveTo>
                  <a:lnTo>
                    <a:pt x="0" y="0"/>
                  </a:lnTo>
                  <a:lnTo>
                    <a:pt x="0" y="617537"/>
                  </a:lnTo>
                  <a:lnTo>
                    <a:pt x="3775075" y="617537"/>
                  </a:lnTo>
                  <a:lnTo>
                    <a:pt x="37750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827020" y="754380"/>
              <a:ext cx="4090415" cy="89916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286443" y="1085566"/>
            <a:ext cx="4152583" cy="577657"/>
          </a:xfrm>
          <a:prstGeom prst="rect">
            <a:avLst/>
          </a:prstGeom>
          <a:ln w="38100">
            <a:solidFill>
              <a:srgbClr val="FF3300"/>
            </a:solidFill>
          </a:ln>
        </p:spPr>
        <p:txBody>
          <a:bodyPr vert="horz" wrap="square" lIns="0" tIns="35622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01283">
              <a:spcBef>
                <a:spcPts val="279"/>
              </a:spcBef>
            </a:pPr>
            <a:r>
              <a:rPr sz="3520" b="1" i="1" dirty="0">
                <a:latin typeface="Times New Roman"/>
                <a:cs typeface="Times New Roman"/>
              </a:rPr>
              <a:t>Solution</a:t>
            </a:r>
            <a:r>
              <a:rPr sz="3520" b="1" i="1" spc="-72" dirty="0">
                <a:latin typeface="Times New Roman"/>
                <a:cs typeface="Times New Roman"/>
              </a:rPr>
              <a:t> </a:t>
            </a:r>
            <a:r>
              <a:rPr sz="3520" b="1" i="1" dirty="0">
                <a:latin typeface="Times New Roman"/>
                <a:cs typeface="Times New Roman"/>
              </a:rPr>
              <a:t>(Continued)</a:t>
            </a:r>
            <a:endParaRPr sz="3520">
              <a:latin typeface="Times New Roman"/>
              <a:cs typeface="Times New Roman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4069ED-ED01-F24F-874E-8D05DB8A8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0269B-3FF7-874D-8ED1-2D9E2506D078}" type="slidenum">
              <a:rPr lang="en-US" smtClean="0"/>
              <a:pPr/>
              <a:t>49</a:t>
            </a:fld>
            <a:endParaRPr lang="en-US"/>
          </a:p>
        </p:txBody>
      </p:sp>
      <p:sp>
        <p:nvSpPr>
          <p:cNvPr id="6" name="object 6"/>
          <p:cNvSpPr txBox="1"/>
          <p:nvPr/>
        </p:nvSpPr>
        <p:spPr>
          <a:xfrm>
            <a:off x="494452" y="2232391"/>
            <a:ext cx="9243251" cy="3173946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83820" marR="47498" algn="just">
              <a:spcBef>
                <a:spcPts val="110"/>
              </a:spcBef>
            </a:pPr>
            <a:r>
              <a:rPr sz="3200" dirty="0">
                <a:solidFill>
                  <a:srgbClr val="666699"/>
                </a:solidFill>
                <a:latin typeface="Times New Roman"/>
                <a:cs typeface="Times New Roman"/>
              </a:rPr>
              <a:t>The company needs 1000 </a:t>
            </a:r>
            <a:r>
              <a:rPr sz="3200" spc="-6" dirty="0">
                <a:solidFill>
                  <a:srgbClr val="666699"/>
                </a:solidFill>
                <a:latin typeface="Times New Roman"/>
                <a:cs typeface="Times New Roman"/>
              </a:rPr>
              <a:t>subnets. </a:t>
            </a:r>
            <a:r>
              <a:rPr sz="3200" dirty="0">
                <a:solidFill>
                  <a:srgbClr val="666699"/>
                </a:solidFill>
                <a:latin typeface="Times New Roman"/>
                <a:cs typeface="Times New Roman"/>
              </a:rPr>
              <a:t>Th</a:t>
            </a:r>
            <a:r>
              <a:rPr lang="en-US" sz="3200" dirty="0">
                <a:solidFill>
                  <a:srgbClr val="666699"/>
                </a:solidFill>
                <a:latin typeface="Times New Roman"/>
                <a:cs typeface="Times New Roman"/>
              </a:rPr>
              <a:t>e</a:t>
            </a:r>
            <a:r>
              <a:rPr sz="3200" dirty="0">
                <a:solidFill>
                  <a:srgbClr val="666699"/>
                </a:solidFill>
                <a:latin typeface="Times New Roman"/>
                <a:cs typeface="Times New Roman"/>
              </a:rPr>
              <a:t>  number </a:t>
            </a:r>
            <a:r>
              <a:rPr sz="3200" spc="-6" dirty="0">
                <a:solidFill>
                  <a:srgbClr val="666699"/>
                </a:solidFill>
                <a:latin typeface="Times New Roman"/>
                <a:cs typeface="Times New Roman"/>
              </a:rPr>
              <a:t>is </a:t>
            </a:r>
            <a:r>
              <a:rPr sz="3200" dirty="0">
                <a:solidFill>
                  <a:srgbClr val="666699"/>
                </a:solidFill>
                <a:latin typeface="Times New Roman"/>
                <a:cs typeface="Times New Roman"/>
              </a:rPr>
              <a:t>not a power of 2. The next numbe</a:t>
            </a:r>
            <a:r>
              <a:rPr lang="en-US" sz="3200" dirty="0">
                <a:solidFill>
                  <a:srgbClr val="666699"/>
                </a:solidFill>
                <a:latin typeface="Times New Roman"/>
                <a:cs typeface="Times New Roman"/>
              </a:rPr>
              <a:t>r</a:t>
            </a:r>
            <a:r>
              <a:rPr sz="3200" dirty="0">
                <a:solidFill>
                  <a:srgbClr val="666699"/>
                </a:solidFill>
                <a:latin typeface="Times New Roman"/>
                <a:cs typeface="Times New Roman"/>
              </a:rPr>
              <a:t>  that </a:t>
            </a:r>
            <a:r>
              <a:rPr sz="3200" spc="-6" dirty="0">
                <a:solidFill>
                  <a:srgbClr val="666699"/>
                </a:solidFill>
                <a:latin typeface="Times New Roman"/>
                <a:cs typeface="Times New Roman"/>
              </a:rPr>
              <a:t>is </a:t>
            </a:r>
            <a:r>
              <a:rPr sz="3200" dirty="0">
                <a:solidFill>
                  <a:srgbClr val="666699"/>
                </a:solidFill>
                <a:latin typeface="Times New Roman"/>
                <a:cs typeface="Times New Roman"/>
              </a:rPr>
              <a:t>a power of 2 </a:t>
            </a:r>
            <a:r>
              <a:rPr sz="3200" spc="-6" dirty="0">
                <a:solidFill>
                  <a:srgbClr val="666699"/>
                </a:solidFill>
                <a:latin typeface="Times New Roman"/>
                <a:cs typeface="Times New Roman"/>
              </a:rPr>
              <a:t>is </a:t>
            </a:r>
            <a:r>
              <a:rPr sz="3200" dirty="0">
                <a:solidFill>
                  <a:srgbClr val="666699"/>
                </a:solidFill>
                <a:latin typeface="Times New Roman"/>
                <a:cs typeface="Times New Roman"/>
              </a:rPr>
              <a:t>1024 (2</a:t>
            </a:r>
            <a:r>
              <a:rPr sz="3200" baseline="25462" dirty="0">
                <a:solidFill>
                  <a:srgbClr val="666699"/>
                </a:solidFill>
                <a:latin typeface="Times New Roman"/>
                <a:cs typeface="Times New Roman"/>
              </a:rPr>
              <a:t>10</a:t>
            </a:r>
            <a:r>
              <a:rPr sz="3200" dirty="0">
                <a:solidFill>
                  <a:srgbClr val="666699"/>
                </a:solidFill>
                <a:latin typeface="Times New Roman"/>
                <a:cs typeface="Times New Roman"/>
              </a:rPr>
              <a:t>). </a:t>
            </a:r>
            <a:r>
              <a:rPr sz="3200" spc="-160" dirty="0">
                <a:solidFill>
                  <a:srgbClr val="666699"/>
                </a:solidFill>
                <a:latin typeface="Times New Roman"/>
                <a:cs typeface="Times New Roman"/>
              </a:rPr>
              <a:t>We </a:t>
            </a:r>
            <a:r>
              <a:rPr sz="3200" dirty="0">
                <a:solidFill>
                  <a:srgbClr val="666699"/>
                </a:solidFill>
                <a:latin typeface="Times New Roman"/>
                <a:cs typeface="Times New Roman"/>
              </a:rPr>
              <a:t>need 1</a:t>
            </a:r>
            <a:r>
              <a:rPr lang="en-US" sz="3200" dirty="0">
                <a:solidFill>
                  <a:srgbClr val="666699"/>
                </a:solidFill>
                <a:latin typeface="Times New Roman"/>
                <a:cs typeface="Times New Roman"/>
              </a:rPr>
              <a:t>0</a:t>
            </a:r>
            <a:r>
              <a:rPr sz="3200" dirty="0">
                <a:solidFill>
                  <a:srgbClr val="666699"/>
                </a:solidFill>
                <a:latin typeface="Times New Roman"/>
                <a:cs typeface="Times New Roman"/>
              </a:rPr>
              <a:t>  more 1s </a:t>
            </a:r>
            <a:r>
              <a:rPr sz="3200" spc="-6" dirty="0">
                <a:solidFill>
                  <a:srgbClr val="666699"/>
                </a:solidFill>
                <a:latin typeface="Times New Roman"/>
                <a:cs typeface="Times New Roman"/>
              </a:rPr>
              <a:t>in </a:t>
            </a:r>
            <a:r>
              <a:rPr sz="3200" dirty="0">
                <a:solidFill>
                  <a:srgbClr val="666699"/>
                </a:solidFill>
                <a:latin typeface="Times New Roman"/>
                <a:cs typeface="Times New Roman"/>
              </a:rPr>
              <a:t>the </a:t>
            </a:r>
            <a:r>
              <a:rPr sz="3200" spc="-6" dirty="0">
                <a:solidFill>
                  <a:srgbClr val="666699"/>
                </a:solidFill>
                <a:latin typeface="Times New Roman"/>
                <a:cs typeface="Times New Roman"/>
              </a:rPr>
              <a:t>subnet mask.</a:t>
            </a:r>
            <a:endParaRPr sz="3200" dirty="0">
              <a:latin typeface="Times New Roman"/>
              <a:cs typeface="Times New Roman"/>
            </a:endParaRPr>
          </a:p>
          <a:p>
            <a:pPr marL="83820" marR="74740" algn="just">
              <a:lnSpc>
                <a:spcPct val="100299"/>
              </a:lnSpc>
              <a:spcBef>
                <a:spcPts val="754"/>
              </a:spcBef>
            </a:pPr>
            <a:r>
              <a:rPr sz="3200" dirty="0">
                <a:solidFill>
                  <a:srgbClr val="666699"/>
                </a:solidFill>
                <a:latin typeface="Times New Roman"/>
                <a:cs typeface="Times New Roman"/>
              </a:rPr>
              <a:t>The total number of 1s </a:t>
            </a:r>
            <a:r>
              <a:rPr sz="3200" spc="-11" dirty="0">
                <a:solidFill>
                  <a:srgbClr val="666699"/>
                </a:solidFill>
                <a:latin typeface="Times New Roman"/>
                <a:cs typeface="Times New Roman"/>
              </a:rPr>
              <a:t>in </a:t>
            </a:r>
            <a:r>
              <a:rPr sz="3200" dirty="0">
                <a:solidFill>
                  <a:srgbClr val="666699"/>
                </a:solidFill>
                <a:latin typeface="Times New Roman"/>
                <a:cs typeface="Times New Roman"/>
              </a:rPr>
              <a:t>the </a:t>
            </a:r>
            <a:r>
              <a:rPr sz="3200" spc="-6" dirty="0">
                <a:solidFill>
                  <a:srgbClr val="666699"/>
                </a:solidFill>
                <a:latin typeface="Times New Roman"/>
                <a:cs typeface="Times New Roman"/>
              </a:rPr>
              <a:t>subnet </a:t>
            </a:r>
            <a:r>
              <a:rPr sz="3200" dirty="0">
                <a:solidFill>
                  <a:srgbClr val="666699"/>
                </a:solidFill>
                <a:latin typeface="Times New Roman"/>
                <a:cs typeface="Times New Roman"/>
              </a:rPr>
              <a:t>mask </a:t>
            </a:r>
            <a:r>
              <a:rPr sz="3200" spc="-6" dirty="0">
                <a:solidFill>
                  <a:srgbClr val="666699"/>
                </a:solidFill>
                <a:latin typeface="Times New Roman"/>
                <a:cs typeface="Times New Roman"/>
              </a:rPr>
              <a:t>i</a:t>
            </a:r>
            <a:r>
              <a:rPr lang="en-US" sz="3200" spc="-6" dirty="0">
                <a:solidFill>
                  <a:srgbClr val="666699"/>
                </a:solidFill>
                <a:latin typeface="Times New Roman"/>
                <a:cs typeface="Times New Roman"/>
              </a:rPr>
              <a:t>s</a:t>
            </a:r>
            <a:r>
              <a:rPr sz="3200" spc="-6" dirty="0">
                <a:solidFill>
                  <a:srgbClr val="666699"/>
                </a:solidFill>
                <a:latin typeface="Times New Roman"/>
                <a:cs typeface="Times New Roman"/>
              </a:rPr>
              <a:t>  </a:t>
            </a:r>
            <a:r>
              <a:rPr sz="3200" dirty="0">
                <a:solidFill>
                  <a:srgbClr val="666699"/>
                </a:solidFill>
                <a:latin typeface="Times New Roman"/>
                <a:cs typeface="Times New Roman"/>
              </a:rPr>
              <a:t>26 (16 </a:t>
            </a:r>
            <a:r>
              <a:rPr sz="3200" dirty="0">
                <a:solidFill>
                  <a:srgbClr val="666699"/>
                </a:solidFill>
                <a:latin typeface="Symbol"/>
                <a:cs typeface="Symbol"/>
              </a:rPr>
              <a:t></a:t>
            </a:r>
            <a:r>
              <a:rPr sz="3200" spc="-11" dirty="0">
                <a:solidFill>
                  <a:srgbClr val="666699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666699"/>
                </a:solidFill>
                <a:latin typeface="Times New Roman"/>
                <a:cs typeface="Times New Roman"/>
              </a:rPr>
              <a:t>10).</a:t>
            </a:r>
            <a:endParaRPr sz="3200" dirty="0">
              <a:latin typeface="Times New Roman"/>
              <a:cs typeface="Times New Roman"/>
            </a:endParaRPr>
          </a:p>
          <a:p>
            <a:pPr marL="83820" algn="just">
              <a:spcBef>
                <a:spcPts val="770"/>
              </a:spcBef>
            </a:pPr>
            <a:r>
              <a:rPr sz="3200" dirty="0">
                <a:solidFill>
                  <a:srgbClr val="666699"/>
                </a:solidFill>
                <a:latin typeface="Times New Roman"/>
                <a:cs typeface="Times New Roman"/>
              </a:rPr>
              <a:t>The </a:t>
            </a:r>
            <a:r>
              <a:rPr sz="3200" spc="-6" dirty="0">
                <a:solidFill>
                  <a:srgbClr val="666699"/>
                </a:solidFill>
                <a:latin typeface="Times New Roman"/>
                <a:cs typeface="Times New Roman"/>
              </a:rPr>
              <a:t>total number of 0s is </a:t>
            </a:r>
            <a:r>
              <a:rPr sz="3200" dirty="0">
                <a:solidFill>
                  <a:srgbClr val="666699"/>
                </a:solidFill>
                <a:latin typeface="Times New Roman"/>
                <a:cs typeface="Times New Roman"/>
              </a:rPr>
              <a:t>6 </a:t>
            </a:r>
            <a:r>
              <a:rPr sz="3200" spc="-6" dirty="0">
                <a:solidFill>
                  <a:srgbClr val="666699"/>
                </a:solidFill>
                <a:latin typeface="Times New Roman"/>
                <a:cs typeface="Times New Roman"/>
              </a:rPr>
              <a:t>(32 </a:t>
            </a:r>
            <a:r>
              <a:rPr sz="3200" dirty="0">
                <a:solidFill>
                  <a:srgbClr val="666699"/>
                </a:solidFill>
                <a:latin typeface="Symbol"/>
                <a:cs typeface="Symbol"/>
              </a:rPr>
              <a:t></a:t>
            </a:r>
            <a:r>
              <a:rPr sz="3200" spc="28" dirty="0">
                <a:solidFill>
                  <a:srgbClr val="666699"/>
                </a:solidFill>
                <a:latin typeface="Times New Roman"/>
                <a:cs typeface="Times New Roman"/>
              </a:rPr>
              <a:t> </a:t>
            </a:r>
            <a:r>
              <a:rPr sz="3200" spc="-6" dirty="0">
                <a:solidFill>
                  <a:srgbClr val="666699"/>
                </a:solidFill>
                <a:latin typeface="Times New Roman"/>
                <a:cs typeface="Times New Roman"/>
              </a:rPr>
              <a:t>26).</a:t>
            </a:r>
            <a:endParaRPr sz="3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507028" y="944118"/>
            <a:ext cx="4499458" cy="9890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682911" y="1085566"/>
            <a:ext cx="4152583" cy="577657"/>
          </a:xfrm>
          <a:prstGeom prst="rect">
            <a:avLst/>
          </a:prstGeom>
          <a:ln w="38100">
            <a:solidFill>
              <a:srgbClr val="FF3300"/>
            </a:solidFill>
          </a:ln>
        </p:spPr>
        <p:txBody>
          <a:bodyPr vert="horz" wrap="square" lIns="0" tIns="35622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00584">
              <a:spcBef>
                <a:spcPts val="279"/>
              </a:spcBef>
            </a:pPr>
            <a:r>
              <a:rPr sz="3520" b="1" i="1" dirty="0">
                <a:latin typeface="Times New Roman"/>
                <a:cs typeface="Times New Roman"/>
              </a:rPr>
              <a:t>Solution</a:t>
            </a:r>
            <a:r>
              <a:rPr sz="3520" b="1" i="1" spc="-72" dirty="0">
                <a:latin typeface="Times New Roman"/>
                <a:cs typeface="Times New Roman"/>
              </a:rPr>
              <a:t> </a:t>
            </a:r>
            <a:r>
              <a:rPr sz="3520" b="1" i="1" dirty="0">
                <a:latin typeface="Times New Roman"/>
                <a:cs typeface="Times New Roman"/>
              </a:rPr>
              <a:t>(Continued)</a:t>
            </a:r>
            <a:endParaRPr sz="3520">
              <a:latin typeface="Times New Roman"/>
              <a:cs typeface="Times New Roman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BCDF43-9B30-1849-8120-EE2E3B5CE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0269B-3FF7-874D-8ED1-2D9E2506D078}" type="slidenum">
              <a:rPr lang="en-US" smtClean="0"/>
              <a:pPr/>
              <a:t>50</a:t>
            </a:fld>
            <a:endParaRPr lang="en-US"/>
          </a:p>
        </p:txBody>
      </p:sp>
      <p:sp>
        <p:nvSpPr>
          <p:cNvPr id="4" name="object 4"/>
          <p:cNvSpPr txBox="1"/>
          <p:nvPr/>
        </p:nvSpPr>
        <p:spPr>
          <a:xfrm>
            <a:off x="352044" y="1517168"/>
            <a:ext cx="9436735" cy="5790047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83820" algn="l">
              <a:spcBef>
                <a:spcPts val="110"/>
              </a:spcBef>
            </a:pPr>
            <a:r>
              <a:rPr sz="3600" dirty="0">
                <a:solidFill>
                  <a:srgbClr val="666699"/>
                </a:solidFill>
                <a:latin typeface="Times New Roman"/>
                <a:cs typeface="Times New Roman"/>
              </a:rPr>
              <a:t>The mask</a:t>
            </a:r>
            <a:r>
              <a:rPr sz="3600" spc="-11" dirty="0">
                <a:solidFill>
                  <a:srgbClr val="666699"/>
                </a:solidFill>
                <a:latin typeface="Times New Roman"/>
                <a:cs typeface="Times New Roman"/>
              </a:rPr>
              <a:t> </a:t>
            </a:r>
            <a:r>
              <a:rPr sz="3600" spc="-6" dirty="0">
                <a:solidFill>
                  <a:srgbClr val="666699"/>
                </a:solidFill>
                <a:latin typeface="Times New Roman"/>
                <a:cs typeface="Times New Roman"/>
              </a:rPr>
              <a:t>is</a:t>
            </a:r>
            <a:endParaRPr sz="3600" dirty="0">
              <a:latin typeface="Times New Roman"/>
              <a:cs typeface="Times New Roman"/>
            </a:endParaRPr>
          </a:p>
          <a:p>
            <a:pPr algn="l">
              <a:spcBef>
                <a:spcPts val="22"/>
              </a:spcBef>
            </a:pPr>
            <a:endParaRPr sz="5400" dirty="0">
              <a:latin typeface="Times New Roman"/>
              <a:cs typeface="Times New Roman"/>
            </a:endParaRPr>
          </a:p>
          <a:p>
            <a:pPr marL="83820" algn="l"/>
            <a:r>
              <a:rPr sz="3600" u="heavy" spc="-132" dirty="0">
                <a:solidFill>
                  <a:srgbClr val="666699"/>
                </a:solidFill>
                <a:uFill>
                  <a:solidFill>
                    <a:srgbClr val="666699"/>
                  </a:solidFill>
                </a:uFill>
                <a:latin typeface="Times New Roman"/>
                <a:cs typeface="Times New Roman"/>
              </a:rPr>
              <a:t>11111111 11111111 11111111</a:t>
            </a:r>
            <a:r>
              <a:rPr sz="3600" spc="363" dirty="0">
                <a:solidFill>
                  <a:srgbClr val="666699"/>
                </a:solidFill>
                <a:latin typeface="Times New Roman"/>
                <a:cs typeface="Times New Roman"/>
              </a:rPr>
              <a:t> </a:t>
            </a:r>
            <a:r>
              <a:rPr sz="3600" u="heavy" spc="-22" dirty="0">
                <a:solidFill>
                  <a:srgbClr val="666699"/>
                </a:solidFill>
                <a:uFill>
                  <a:solidFill>
                    <a:srgbClr val="666699"/>
                  </a:solidFill>
                </a:uFill>
                <a:latin typeface="Times New Roman"/>
                <a:cs typeface="Times New Roman"/>
              </a:rPr>
              <a:t>11</a:t>
            </a:r>
            <a:r>
              <a:rPr sz="3600" spc="-22" dirty="0">
                <a:latin typeface="Times New Roman"/>
                <a:cs typeface="Times New Roman"/>
              </a:rPr>
              <a:t>000000</a:t>
            </a:r>
            <a:endParaRPr sz="3600" dirty="0">
              <a:latin typeface="Times New Roman"/>
              <a:cs typeface="Times New Roman"/>
            </a:endParaRPr>
          </a:p>
          <a:p>
            <a:pPr marL="4233609" algn="l">
              <a:spcBef>
                <a:spcPts val="781"/>
              </a:spcBef>
            </a:pPr>
            <a:r>
              <a:rPr sz="3600" dirty="0">
                <a:latin typeface="Times New Roman"/>
                <a:cs typeface="Times New Roman"/>
              </a:rPr>
              <a:t>or</a:t>
            </a:r>
          </a:p>
          <a:p>
            <a:pPr marL="2599119" algn="l">
              <a:spcBef>
                <a:spcPts val="765"/>
              </a:spcBef>
            </a:pPr>
            <a:r>
              <a:rPr sz="3600" b="1" dirty="0">
                <a:solidFill>
                  <a:srgbClr val="666699"/>
                </a:solidFill>
                <a:latin typeface="Times New Roman"/>
                <a:cs typeface="Times New Roman"/>
              </a:rPr>
              <a:t>255.255</a:t>
            </a:r>
            <a:r>
              <a:rPr sz="3600" b="1" dirty="0">
                <a:latin typeface="Times New Roman"/>
                <a:cs typeface="Times New Roman"/>
              </a:rPr>
              <a:t>.255.192.</a:t>
            </a:r>
            <a:endParaRPr sz="3600" dirty="0">
              <a:latin typeface="Times New Roman"/>
              <a:cs typeface="Times New Roman"/>
            </a:endParaRPr>
          </a:p>
          <a:p>
            <a:pPr marL="83820" algn="l">
              <a:spcBef>
                <a:spcPts val="770"/>
              </a:spcBef>
            </a:pPr>
            <a:r>
              <a:rPr sz="3600" dirty="0">
                <a:latin typeface="Times New Roman"/>
                <a:cs typeface="Times New Roman"/>
              </a:rPr>
              <a:t>The number of </a:t>
            </a:r>
            <a:r>
              <a:rPr sz="3600" spc="-6" dirty="0">
                <a:latin typeface="Times New Roman"/>
                <a:cs typeface="Times New Roman"/>
              </a:rPr>
              <a:t>subnets is</a:t>
            </a:r>
            <a:r>
              <a:rPr sz="3600" spc="-11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1024.</a:t>
            </a:r>
          </a:p>
          <a:p>
            <a:pPr marL="83820" marR="75438" algn="l">
              <a:spcBef>
                <a:spcPts val="781"/>
              </a:spcBef>
            </a:pPr>
            <a:r>
              <a:rPr sz="3600" dirty="0">
                <a:latin typeface="Times New Roman"/>
                <a:cs typeface="Times New Roman"/>
              </a:rPr>
              <a:t>The number of addresses </a:t>
            </a:r>
            <a:r>
              <a:rPr sz="3600" spc="-6" dirty="0">
                <a:latin typeface="Times New Roman"/>
                <a:cs typeface="Times New Roman"/>
              </a:rPr>
              <a:t>in </a:t>
            </a:r>
            <a:r>
              <a:rPr sz="3600" dirty="0">
                <a:latin typeface="Times New Roman"/>
                <a:cs typeface="Times New Roman"/>
              </a:rPr>
              <a:t>each </a:t>
            </a:r>
            <a:r>
              <a:rPr sz="3600" spc="-6" dirty="0">
                <a:latin typeface="Times New Roman"/>
                <a:cs typeface="Times New Roman"/>
              </a:rPr>
              <a:t>subnet is </a:t>
            </a:r>
            <a:r>
              <a:rPr sz="3600" dirty="0">
                <a:latin typeface="Times New Roman"/>
                <a:cs typeface="Times New Roman"/>
              </a:rPr>
              <a:t>2</a:t>
            </a:r>
            <a:r>
              <a:rPr sz="3600" baseline="25462" dirty="0">
                <a:latin typeface="Times New Roman"/>
                <a:cs typeface="Times New Roman"/>
              </a:rPr>
              <a:t>6  </a:t>
            </a:r>
            <a:r>
              <a:rPr sz="3600" dirty="0">
                <a:latin typeface="Times New Roman"/>
                <a:cs typeface="Times New Roman"/>
              </a:rPr>
              <a:t>(6 </a:t>
            </a:r>
            <a:r>
              <a:rPr sz="3600" spc="-6" dirty="0">
                <a:latin typeface="Times New Roman"/>
                <a:cs typeface="Times New Roman"/>
              </a:rPr>
              <a:t>is </a:t>
            </a:r>
            <a:r>
              <a:rPr sz="3600" dirty="0">
                <a:latin typeface="Times New Roman"/>
                <a:cs typeface="Times New Roman"/>
              </a:rPr>
              <a:t>the number of 0s) or</a:t>
            </a:r>
            <a:r>
              <a:rPr sz="3600" spc="-22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64.</a:t>
            </a:r>
          </a:p>
          <a:p>
            <a:pPr marL="83820" algn="l">
              <a:spcBef>
                <a:spcPts val="765"/>
              </a:spcBef>
            </a:pPr>
            <a:r>
              <a:rPr lang="en-US" sz="3600" spc="-6" dirty="0">
                <a:solidFill>
                  <a:srgbClr val="666699"/>
                </a:solidFill>
                <a:latin typeface="Times New Roman"/>
                <a:cs typeface="Times New Roman"/>
              </a:rPr>
              <a:t> </a:t>
            </a:r>
            <a:endParaRPr sz="36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02663" y="797083"/>
            <a:ext cx="6838315" cy="64541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063313" y="245096"/>
            <a:ext cx="2054289" cy="555793"/>
          </a:xfrm>
          <a:prstGeom prst="rect">
            <a:avLst/>
          </a:prstGeom>
        </p:spPr>
        <p:txBody>
          <a:bodyPr vert="horz" wrap="square" lIns="0" tIns="1397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3970">
              <a:spcBef>
                <a:spcPts val="110"/>
              </a:spcBef>
            </a:pPr>
            <a:r>
              <a:rPr sz="3520" b="1" dirty="0">
                <a:solidFill>
                  <a:srgbClr val="C00000"/>
                </a:solidFill>
                <a:latin typeface="Times New Roman"/>
                <a:cs typeface="Times New Roman"/>
              </a:rPr>
              <a:t>Example</a:t>
            </a:r>
            <a:r>
              <a:rPr sz="3520" b="1" spc="-94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520" b="1" dirty="0">
                <a:solidFill>
                  <a:srgbClr val="C00000"/>
                </a:solidFill>
                <a:latin typeface="Times New Roman"/>
                <a:cs typeface="Times New Roman"/>
              </a:rPr>
              <a:t>4</a:t>
            </a:r>
            <a:endParaRPr sz="3520" dirty="0">
              <a:solidFill>
                <a:srgbClr val="C00000"/>
              </a:solidFill>
              <a:latin typeface="Times New Roman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6CC08D-3BF4-8D4C-B1A7-CB289CAA8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0269B-3FF7-874D-8ED1-2D9E2506D078}" type="slidenum">
              <a:rPr lang="en-US" smtClean="0"/>
              <a:pPr/>
              <a:t>51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14073" y="2886785"/>
            <a:ext cx="7502587" cy="6235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3970" marR="5588">
              <a:spcBef>
                <a:spcPts val="110"/>
              </a:spcBef>
            </a:pPr>
            <a:r>
              <a:rPr sz="1980" spc="-6" dirty="0">
                <a:solidFill>
                  <a:srgbClr val="003366"/>
                </a:solidFill>
                <a:latin typeface="Arial"/>
                <a:cs typeface="Arial"/>
              </a:rPr>
              <a:t>Let us consider an example </a:t>
            </a:r>
            <a:r>
              <a:rPr sz="1980" dirty="0">
                <a:solidFill>
                  <a:srgbClr val="003366"/>
                </a:solidFill>
                <a:latin typeface="Arial"/>
                <a:cs typeface="Arial"/>
              </a:rPr>
              <a:t>of </a:t>
            </a:r>
            <a:r>
              <a:rPr sz="1980" u="heavy" spc="-6" dirty="0">
                <a:solidFill>
                  <a:srgbClr val="003366"/>
                </a:solidFill>
                <a:uFill>
                  <a:solidFill>
                    <a:srgbClr val="003366"/>
                  </a:solidFill>
                </a:uFill>
                <a:latin typeface="Arial"/>
                <a:cs typeface="Arial"/>
                <a:hlinkClick r:id="rId2"/>
              </a:rPr>
              <a:t>Class </a:t>
            </a:r>
            <a:r>
              <a:rPr sz="1980" u="heavy" dirty="0">
                <a:solidFill>
                  <a:srgbClr val="003366"/>
                </a:solidFill>
                <a:uFill>
                  <a:solidFill>
                    <a:srgbClr val="003366"/>
                  </a:solidFill>
                </a:uFill>
                <a:latin typeface="Arial"/>
                <a:cs typeface="Arial"/>
                <a:hlinkClick r:id="rId2"/>
              </a:rPr>
              <a:t>B </a:t>
            </a:r>
            <a:r>
              <a:rPr sz="1980" u="heavy" spc="-11" dirty="0">
                <a:solidFill>
                  <a:srgbClr val="003366"/>
                </a:solidFill>
                <a:uFill>
                  <a:solidFill>
                    <a:srgbClr val="003366"/>
                  </a:solidFill>
                </a:uFill>
                <a:latin typeface="Arial"/>
                <a:cs typeface="Arial"/>
                <a:hlinkClick r:id="rId2"/>
              </a:rPr>
              <a:t>network</a:t>
            </a:r>
            <a:r>
              <a:rPr sz="1980" spc="-11" dirty="0">
                <a:solidFill>
                  <a:srgbClr val="003366"/>
                </a:solidFill>
                <a:latin typeface="Arial"/>
                <a:cs typeface="Arial"/>
                <a:hlinkClick r:id="rId2"/>
              </a:rPr>
              <a:t> </a:t>
            </a:r>
            <a:r>
              <a:rPr sz="1980" spc="-6" dirty="0">
                <a:solidFill>
                  <a:srgbClr val="003366"/>
                </a:solidFill>
                <a:latin typeface="Arial"/>
                <a:cs typeface="Arial"/>
              </a:rPr>
              <a:t>172.16.0.0. </a:t>
            </a:r>
            <a:r>
              <a:rPr sz="1980" dirty="0">
                <a:solidFill>
                  <a:srgbClr val="003366"/>
                </a:solidFill>
                <a:latin typeface="Arial"/>
                <a:cs typeface="Arial"/>
              </a:rPr>
              <a:t>What </a:t>
            </a:r>
            <a:r>
              <a:rPr sz="1980" spc="-6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1980" spc="-17" dirty="0">
                <a:solidFill>
                  <a:srgbClr val="003366"/>
                </a:solidFill>
                <a:latin typeface="Arial"/>
                <a:cs typeface="Arial"/>
              </a:rPr>
              <a:t>will </a:t>
            </a:r>
            <a:r>
              <a:rPr sz="1980" spc="-6" dirty="0">
                <a:solidFill>
                  <a:srgbClr val="003366"/>
                </a:solidFill>
                <a:latin typeface="Arial"/>
                <a:cs typeface="Arial"/>
              </a:rPr>
              <a:t>be </a:t>
            </a:r>
            <a:r>
              <a:rPr sz="1980" dirty="0">
                <a:solidFill>
                  <a:srgbClr val="003366"/>
                </a:solidFill>
                <a:latin typeface="Arial"/>
                <a:cs typeface="Arial"/>
              </a:rPr>
              <a:t>the first </a:t>
            </a:r>
            <a:r>
              <a:rPr sz="1980" spc="-6" dirty="0">
                <a:solidFill>
                  <a:srgbClr val="003366"/>
                </a:solidFill>
                <a:latin typeface="Arial"/>
                <a:cs typeface="Arial"/>
              </a:rPr>
              <a:t>and last </a:t>
            </a:r>
            <a:r>
              <a:rPr sz="1980" dirty="0">
                <a:solidFill>
                  <a:srgbClr val="003366"/>
                </a:solidFill>
                <a:latin typeface="Arial"/>
                <a:cs typeface="Arial"/>
              </a:rPr>
              <a:t>IP </a:t>
            </a:r>
            <a:r>
              <a:rPr sz="1980" spc="-6" dirty="0">
                <a:solidFill>
                  <a:srgbClr val="003366"/>
                </a:solidFill>
                <a:latin typeface="Arial"/>
                <a:cs typeface="Arial"/>
              </a:rPr>
              <a:t>address, </a:t>
            </a:r>
            <a:r>
              <a:rPr sz="1980" dirty="0">
                <a:solidFill>
                  <a:srgbClr val="003366"/>
                </a:solidFill>
                <a:latin typeface="Arial"/>
                <a:cs typeface="Arial"/>
              </a:rPr>
              <a:t>if </a:t>
            </a:r>
            <a:r>
              <a:rPr sz="1980" spc="-28" dirty="0">
                <a:solidFill>
                  <a:srgbClr val="003366"/>
                </a:solidFill>
                <a:latin typeface="Arial"/>
                <a:cs typeface="Arial"/>
              </a:rPr>
              <a:t>we </a:t>
            </a:r>
            <a:r>
              <a:rPr sz="1980" spc="-17" dirty="0">
                <a:solidFill>
                  <a:srgbClr val="003366"/>
                </a:solidFill>
                <a:latin typeface="Arial"/>
                <a:cs typeface="Arial"/>
              </a:rPr>
              <a:t>want </a:t>
            </a:r>
            <a:r>
              <a:rPr sz="1980" dirty="0">
                <a:solidFill>
                  <a:srgbClr val="003366"/>
                </a:solidFill>
                <a:latin typeface="Arial"/>
                <a:cs typeface="Arial"/>
              </a:rPr>
              <a:t>to </a:t>
            </a:r>
            <a:r>
              <a:rPr sz="1980" spc="-6" dirty="0">
                <a:solidFill>
                  <a:srgbClr val="003366"/>
                </a:solidFill>
                <a:latin typeface="Arial"/>
                <a:cs typeface="Arial"/>
              </a:rPr>
              <a:t>create 2</a:t>
            </a:r>
            <a:r>
              <a:rPr sz="1980" spc="198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1980" spc="-6" dirty="0">
                <a:solidFill>
                  <a:srgbClr val="003366"/>
                </a:solidFill>
                <a:latin typeface="Arial"/>
                <a:cs typeface="Arial"/>
              </a:rPr>
              <a:t>subnets</a:t>
            </a:r>
            <a:endParaRPr sz="198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947697" y="1232823"/>
            <a:ext cx="2098293" cy="6235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3970">
              <a:spcBef>
                <a:spcPts val="110"/>
              </a:spcBef>
            </a:pPr>
            <a:r>
              <a:rPr sz="3960" b="1" dirty="0">
                <a:solidFill>
                  <a:srgbClr val="C00000"/>
                </a:solidFill>
                <a:latin typeface="Arial"/>
                <a:cs typeface="Arial"/>
              </a:rPr>
              <a:t>Exercise</a:t>
            </a:r>
            <a:endParaRPr sz="3960">
              <a:solidFill>
                <a:srgbClr val="C00000"/>
              </a:solidFill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42363" y="3726385"/>
            <a:ext cx="8089120" cy="348794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DBCA94-777F-974F-98CB-39B35F821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0269B-3FF7-874D-8ED1-2D9E2506D078}" type="slidenum">
              <a:rPr lang="en-US" smtClean="0"/>
              <a:pPr/>
              <a:t>52</a:t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769943" y="344806"/>
            <a:ext cx="2096897" cy="6235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3970">
              <a:spcBef>
                <a:spcPts val="110"/>
              </a:spcBef>
            </a:pPr>
            <a:r>
              <a:rPr sz="3960" b="1" spc="-6" dirty="0">
                <a:solidFill>
                  <a:srgbClr val="003366"/>
                </a:solidFill>
                <a:latin typeface="Arial"/>
                <a:cs typeface="Arial"/>
              </a:rPr>
              <a:t>Exercise</a:t>
            </a:r>
            <a:endParaRPr sz="396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472297" y="1302309"/>
            <a:ext cx="7047865" cy="928203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3970" marR="5588" algn="l">
              <a:spcBef>
                <a:spcPts val="110"/>
              </a:spcBef>
            </a:pPr>
            <a:r>
              <a:rPr sz="1980" spc="-6" dirty="0">
                <a:solidFill>
                  <a:srgbClr val="003366"/>
                </a:solidFill>
                <a:latin typeface="Arial"/>
                <a:cs typeface="Arial"/>
              </a:rPr>
              <a:t>Let us consider an example </a:t>
            </a:r>
            <a:r>
              <a:rPr sz="1980" dirty="0">
                <a:solidFill>
                  <a:srgbClr val="003366"/>
                </a:solidFill>
                <a:latin typeface="Arial"/>
                <a:cs typeface="Arial"/>
              </a:rPr>
              <a:t>of </a:t>
            </a:r>
            <a:r>
              <a:rPr sz="1980" u="heavy" spc="-6" dirty="0">
                <a:solidFill>
                  <a:srgbClr val="003366"/>
                </a:solidFill>
                <a:uFill>
                  <a:solidFill>
                    <a:srgbClr val="003366"/>
                  </a:solidFill>
                </a:uFill>
                <a:latin typeface="Arial"/>
                <a:cs typeface="Arial"/>
                <a:hlinkClick r:id="rId2"/>
              </a:rPr>
              <a:t>Class </a:t>
            </a:r>
            <a:r>
              <a:rPr sz="1980" u="heavy" dirty="0">
                <a:solidFill>
                  <a:srgbClr val="003366"/>
                </a:solidFill>
                <a:uFill>
                  <a:solidFill>
                    <a:srgbClr val="003366"/>
                  </a:solidFill>
                </a:uFill>
                <a:latin typeface="Arial"/>
                <a:cs typeface="Arial"/>
                <a:hlinkClick r:id="rId2"/>
              </a:rPr>
              <a:t>B </a:t>
            </a:r>
            <a:r>
              <a:rPr sz="1980" u="heavy" spc="-11" dirty="0">
                <a:solidFill>
                  <a:srgbClr val="003366"/>
                </a:solidFill>
                <a:uFill>
                  <a:solidFill>
                    <a:srgbClr val="003366"/>
                  </a:solidFill>
                </a:uFill>
                <a:latin typeface="Arial"/>
                <a:cs typeface="Arial"/>
                <a:hlinkClick r:id="rId2"/>
              </a:rPr>
              <a:t>network</a:t>
            </a:r>
            <a:r>
              <a:rPr sz="1980" spc="-11" dirty="0">
                <a:solidFill>
                  <a:srgbClr val="003366"/>
                </a:solidFill>
                <a:latin typeface="Arial"/>
                <a:cs typeface="Arial"/>
                <a:hlinkClick r:id="rId2"/>
              </a:rPr>
              <a:t> </a:t>
            </a:r>
            <a:r>
              <a:rPr sz="1980" spc="-6" dirty="0">
                <a:solidFill>
                  <a:srgbClr val="003366"/>
                </a:solidFill>
                <a:latin typeface="Arial"/>
                <a:cs typeface="Arial"/>
              </a:rPr>
              <a:t>172.16.0.0.  </a:t>
            </a:r>
            <a:r>
              <a:rPr sz="1980" dirty="0">
                <a:solidFill>
                  <a:srgbClr val="003366"/>
                </a:solidFill>
                <a:latin typeface="Arial"/>
                <a:cs typeface="Arial"/>
              </a:rPr>
              <a:t>What </a:t>
            </a:r>
            <a:r>
              <a:rPr sz="1980" spc="-6" dirty="0">
                <a:solidFill>
                  <a:srgbClr val="003366"/>
                </a:solidFill>
                <a:latin typeface="Arial"/>
                <a:cs typeface="Arial"/>
              </a:rPr>
              <a:t>is </a:t>
            </a:r>
            <a:r>
              <a:rPr sz="1980" spc="-17" dirty="0">
                <a:solidFill>
                  <a:srgbClr val="003366"/>
                </a:solidFill>
                <a:latin typeface="Arial"/>
                <a:cs typeface="Arial"/>
              </a:rPr>
              <a:t>will </a:t>
            </a:r>
            <a:r>
              <a:rPr sz="1980" spc="-6" dirty="0">
                <a:solidFill>
                  <a:srgbClr val="003366"/>
                </a:solidFill>
                <a:latin typeface="Arial"/>
                <a:cs typeface="Arial"/>
              </a:rPr>
              <a:t>be </a:t>
            </a:r>
            <a:r>
              <a:rPr sz="1980" dirty="0">
                <a:solidFill>
                  <a:srgbClr val="003366"/>
                </a:solidFill>
                <a:latin typeface="Arial"/>
                <a:cs typeface="Arial"/>
              </a:rPr>
              <a:t>the first </a:t>
            </a:r>
            <a:r>
              <a:rPr sz="1980" spc="-6" dirty="0">
                <a:solidFill>
                  <a:srgbClr val="003366"/>
                </a:solidFill>
                <a:latin typeface="Arial"/>
                <a:cs typeface="Arial"/>
              </a:rPr>
              <a:t>and last </a:t>
            </a:r>
            <a:r>
              <a:rPr sz="1980" dirty="0">
                <a:solidFill>
                  <a:srgbClr val="003366"/>
                </a:solidFill>
                <a:latin typeface="Arial"/>
                <a:cs typeface="Arial"/>
              </a:rPr>
              <a:t>IP </a:t>
            </a:r>
            <a:r>
              <a:rPr sz="1980" spc="-6" dirty="0">
                <a:solidFill>
                  <a:srgbClr val="003366"/>
                </a:solidFill>
                <a:latin typeface="Arial"/>
                <a:cs typeface="Arial"/>
              </a:rPr>
              <a:t>address, </a:t>
            </a:r>
            <a:r>
              <a:rPr sz="1980" dirty="0">
                <a:solidFill>
                  <a:srgbClr val="003366"/>
                </a:solidFill>
                <a:latin typeface="Arial"/>
                <a:cs typeface="Arial"/>
              </a:rPr>
              <a:t>if </a:t>
            </a:r>
            <a:r>
              <a:rPr sz="1980" spc="-28" dirty="0">
                <a:solidFill>
                  <a:srgbClr val="003366"/>
                </a:solidFill>
                <a:latin typeface="Arial"/>
                <a:cs typeface="Arial"/>
              </a:rPr>
              <a:t>we </a:t>
            </a:r>
            <a:r>
              <a:rPr sz="1980" spc="-17" dirty="0">
                <a:solidFill>
                  <a:srgbClr val="003366"/>
                </a:solidFill>
                <a:latin typeface="Arial"/>
                <a:cs typeface="Arial"/>
              </a:rPr>
              <a:t>want </a:t>
            </a:r>
            <a:r>
              <a:rPr sz="1980" dirty="0">
                <a:solidFill>
                  <a:srgbClr val="003366"/>
                </a:solidFill>
                <a:latin typeface="Arial"/>
                <a:cs typeface="Arial"/>
              </a:rPr>
              <a:t>to </a:t>
            </a:r>
            <a:r>
              <a:rPr sz="1980" spc="-6" dirty="0">
                <a:solidFill>
                  <a:srgbClr val="003366"/>
                </a:solidFill>
                <a:latin typeface="Arial"/>
                <a:cs typeface="Arial"/>
              </a:rPr>
              <a:t>create  6 subnets</a:t>
            </a:r>
            <a:endParaRPr sz="1980" dirty="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592858" y="2801597"/>
            <a:ext cx="7257415" cy="452628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193A0D-8BFD-2142-9C35-A357F692C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0269B-3FF7-874D-8ED1-2D9E2506D078}" type="slidenum">
              <a:rPr lang="en-US" smtClean="0"/>
              <a:pPr/>
              <a:t>53</a:t>
            </a:fld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51460" y="1450181"/>
            <a:ext cx="9477248" cy="4872038"/>
            <a:chOff x="228600" y="1214437"/>
            <a:chExt cx="8615680" cy="4429125"/>
          </a:xfrm>
        </p:grpSpPr>
        <p:sp>
          <p:nvSpPr>
            <p:cNvPr id="3" name="object 3"/>
            <p:cNvSpPr/>
            <p:nvPr/>
          </p:nvSpPr>
          <p:spPr>
            <a:xfrm>
              <a:off x="581025" y="1219200"/>
              <a:ext cx="8258175" cy="4419600"/>
            </a:xfrm>
            <a:custGeom>
              <a:avLst/>
              <a:gdLst/>
              <a:ahLst/>
              <a:cxnLst/>
              <a:rect l="l" t="t" r="r" b="b"/>
              <a:pathLst>
                <a:path w="8258175" h="4419600">
                  <a:moveTo>
                    <a:pt x="7981950" y="0"/>
                  </a:moveTo>
                  <a:lnTo>
                    <a:pt x="552450" y="0"/>
                  </a:lnTo>
                  <a:lnTo>
                    <a:pt x="502798" y="4451"/>
                  </a:lnTo>
                  <a:lnTo>
                    <a:pt x="456067" y="17284"/>
                  </a:lnTo>
                  <a:lnTo>
                    <a:pt x="413035" y="37719"/>
                  </a:lnTo>
                  <a:lnTo>
                    <a:pt x="374482" y="64973"/>
                  </a:lnTo>
                  <a:lnTo>
                    <a:pt x="341190" y="98268"/>
                  </a:lnTo>
                  <a:lnTo>
                    <a:pt x="313938" y="136821"/>
                  </a:lnTo>
                  <a:lnTo>
                    <a:pt x="293506" y="179852"/>
                  </a:lnTo>
                  <a:lnTo>
                    <a:pt x="280675" y="226580"/>
                  </a:lnTo>
                  <a:lnTo>
                    <a:pt x="276225" y="276225"/>
                  </a:lnTo>
                  <a:lnTo>
                    <a:pt x="276225" y="3867150"/>
                  </a:lnTo>
                  <a:lnTo>
                    <a:pt x="0" y="3867150"/>
                  </a:lnTo>
                  <a:lnTo>
                    <a:pt x="43653" y="3874191"/>
                  </a:lnTo>
                  <a:lnTo>
                    <a:pt x="81566" y="3893797"/>
                  </a:lnTo>
                  <a:lnTo>
                    <a:pt x="111464" y="3923687"/>
                  </a:lnTo>
                  <a:lnTo>
                    <a:pt x="131071" y="3961581"/>
                  </a:lnTo>
                  <a:lnTo>
                    <a:pt x="138112" y="4005199"/>
                  </a:lnTo>
                  <a:lnTo>
                    <a:pt x="131071" y="4048878"/>
                  </a:lnTo>
                  <a:lnTo>
                    <a:pt x="111464" y="4086810"/>
                  </a:lnTo>
                  <a:lnTo>
                    <a:pt x="81566" y="4116719"/>
                  </a:lnTo>
                  <a:lnTo>
                    <a:pt x="43653" y="4136332"/>
                  </a:lnTo>
                  <a:lnTo>
                    <a:pt x="0" y="4143375"/>
                  </a:lnTo>
                  <a:lnTo>
                    <a:pt x="276225" y="4143375"/>
                  </a:lnTo>
                  <a:lnTo>
                    <a:pt x="271774" y="4193019"/>
                  </a:lnTo>
                  <a:lnTo>
                    <a:pt x="258943" y="4239747"/>
                  </a:lnTo>
                  <a:lnTo>
                    <a:pt x="238511" y="4282778"/>
                  </a:lnTo>
                  <a:lnTo>
                    <a:pt x="211259" y="4321331"/>
                  </a:lnTo>
                  <a:lnTo>
                    <a:pt x="177967" y="4354626"/>
                  </a:lnTo>
                  <a:lnTo>
                    <a:pt x="139414" y="4381881"/>
                  </a:lnTo>
                  <a:lnTo>
                    <a:pt x="96382" y="4402315"/>
                  </a:lnTo>
                  <a:lnTo>
                    <a:pt x="49651" y="4415148"/>
                  </a:lnTo>
                  <a:lnTo>
                    <a:pt x="0" y="4419600"/>
                  </a:lnTo>
                  <a:lnTo>
                    <a:pt x="7429500" y="4419600"/>
                  </a:lnTo>
                  <a:lnTo>
                    <a:pt x="7479144" y="4415148"/>
                  </a:lnTo>
                  <a:lnTo>
                    <a:pt x="7525872" y="4402315"/>
                  </a:lnTo>
                  <a:lnTo>
                    <a:pt x="7568903" y="4381881"/>
                  </a:lnTo>
                  <a:lnTo>
                    <a:pt x="7607456" y="4354626"/>
                  </a:lnTo>
                  <a:lnTo>
                    <a:pt x="7640751" y="4321331"/>
                  </a:lnTo>
                  <a:lnTo>
                    <a:pt x="7668006" y="4282778"/>
                  </a:lnTo>
                  <a:lnTo>
                    <a:pt x="7688440" y="4239747"/>
                  </a:lnTo>
                  <a:lnTo>
                    <a:pt x="7701273" y="4193019"/>
                  </a:lnTo>
                  <a:lnTo>
                    <a:pt x="7705725" y="4143375"/>
                  </a:lnTo>
                  <a:lnTo>
                    <a:pt x="7705725" y="552450"/>
                  </a:lnTo>
                  <a:lnTo>
                    <a:pt x="552450" y="552450"/>
                  </a:lnTo>
                  <a:lnTo>
                    <a:pt x="508796" y="545407"/>
                  </a:lnTo>
                  <a:lnTo>
                    <a:pt x="470883" y="525794"/>
                  </a:lnTo>
                  <a:lnTo>
                    <a:pt x="440985" y="495885"/>
                  </a:lnTo>
                  <a:lnTo>
                    <a:pt x="421378" y="457953"/>
                  </a:lnTo>
                  <a:lnTo>
                    <a:pt x="414337" y="414274"/>
                  </a:lnTo>
                  <a:lnTo>
                    <a:pt x="421378" y="370656"/>
                  </a:lnTo>
                  <a:lnTo>
                    <a:pt x="440985" y="332762"/>
                  </a:lnTo>
                  <a:lnTo>
                    <a:pt x="470883" y="302872"/>
                  </a:lnTo>
                  <a:lnTo>
                    <a:pt x="508796" y="283266"/>
                  </a:lnTo>
                  <a:lnTo>
                    <a:pt x="552450" y="276225"/>
                  </a:lnTo>
                  <a:lnTo>
                    <a:pt x="8258175" y="276225"/>
                  </a:lnTo>
                  <a:lnTo>
                    <a:pt x="8253723" y="226580"/>
                  </a:lnTo>
                  <a:lnTo>
                    <a:pt x="8240890" y="179852"/>
                  </a:lnTo>
                  <a:lnTo>
                    <a:pt x="8220456" y="136821"/>
                  </a:lnTo>
                  <a:lnTo>
                    <a:pt x="8193201" y="98268"/>
                  </a:lnTo>
                  <a:lnTo>
                    <a:pt x="8159906" y="64973"/>
                  </a:lnTo>
                  <a:lnTo>
                    <a:pt x="8121353" y="37719"/>
                  </a:lnTo>
                  <a:lnTo>
                    <a:pt x="8078322" y="17284"/>
                  </a:lnTo>
                  <a:lnTo>
                    <a:pt x="8031594" y="4451"/>
                  </a:lnTo>
                  <a:lnTo>
                    <a:pt x="7981950" y="0"/>
                  </a:lnTo>
                  <a:close/>
                </a:path>
                <a:path w="8258175" h="4419600">
                  <a:moveTo>
                    <a:pt x="8258175" y="276225"/>
                  </a:moveTo>
                  <a:lnTo>
                    <a:pt x="828675" y="276225"/>
                  </a:lnTo>
                  <a:lnTo>
                    <a:pt x="824223" y="325869"/>
                  </a:lnTo>
                  <a:lnTo>
                    <a:pt x="811390" y="372597"/>
                  </a:lnTo>
                  <a:lnTo>
                    <a:pt x="790956" y="415628"/>
                  </a:lnTo>
                  <a:lnTo>
                    <a:pt x="763701" y="454181"/>
                  </a:lnTo>
                  <a:lnTo>
                    <a:pt x="730406" y="487476"/>
                  </a:lnTo>
                  <a:lnTo>
                    <a:pt x="691853" y="514730"/>
                  </a:lnTo>
                  <a:lnTo>
                    <a:pt x="648822" y="535165"/>
                  </a:lnTo>
                  <a:lnTo>
                    <a:pt x="602094" y="547998"/>
                  </a:lnTo>
                  <a:lnTo>
                    <a:pt x="552450" y="552450"/>
                  </a:lnTo>
                  <a:lnTo>
                    <a:pt x="7981950" y="552450"/>
                  </a:lnTo>
                  <a:lnTo>
                    <a:pt x="8031594" y="547998"/>
                  </a:lnTo>
                  <a:lnTo>
                    <a:pt x="8078322" y="535165"/>
                  </a:lnTo>
                  <a:lnTo>
                    <a:pt x="8121353" y="514730"/>
                  </a:lnTo>
                  <a:lnTo>
                    <a:pt x="8159906" y="487476"/>
                  </a:lnTo>
                  <a:lnTo>
                    <a:pt x="8193201" y="454181"/>
                  </a:lnTo>
                  <a:lnTo>
                    <a:pt x="8220456" y="415628"/>
                  </a:lnTo>
                  <a:lnTo>
                    <a:pt x="8240890" y="372597"/>
                  </a:lnTo>
                  <a:lnTo>
                    <a:pt x="8253723" y="325869"/>
                  </a:lnTo>
                  <a:lnTo>
                    <a:pt x="8258175" y="276225"/>
                  </a:lnTo>
                  <a:close/>
                </a:path>
              </a:pathLst>
            </a:custGeom>
            <a:solidFill>
              <a:srgbClr val="99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04800" y="1495425"/>
              <a:ext cx="1104900" cy="4143375"/>
            </a:xfrm>
            <a:custGeom>
              <a:avLst/>
              <a:gdLst/>
              <a:ahLst/>
              <a:cxnLst/>
              <a:rect l="l" t="t" r="r" b="b"/>
              <a:pathLst>
                <a:path w="1104900" h="4143375">
                  <a:moveTo>
                    <a:pt x="1104900" y="0"/>
                  </a:moveTo>
                  <a:lnTo>
                    <a:pt x="828675" y="0"/>
                  </a:lnTo>
                  <a:lnTo>
                    <a:pt x="785021" y="7041"/>
                  </a:lnTo>
                  <a:lnTo>
                    <a:pt x="747108" y="26647"/>
                  </a:lnTo>
                  <a:lnTo>
                    <a:pt x="717210" y="56537"/>
                  </a:lnTo>
                  <a:lnTo>
                    <a:pt x="697603" y="94431"/>
                  </a:lnTo>
                  <a:lnTo>
                    <a:pt x="690562" y="138049"/>
                  </a:lnTo>
                  <a:lnTo>
                    <a:pt x="697603" y="181728"/>
                  </a:lnTo>
                  <a:lnTo>
                    <a:pt x="717210" y="219660"/>
                  </a:lnTo>
                  <a:lnTo>
                    <a:pt x="747108" y="249569"/>
                  </a:lnTo>
                  <a:lnTo>
                    <a:pt x="785021" y="269182"/>
                  </a:lnTo>
                  <a:lnTo>
                    <a:pt x="828675" y="276225"/>
                  </a:lnTo>
                  <a:lnTo>
                    <a:pt x="878319" y="271773"/>
                  </a:lnTo>
                  <a:lnTo>
                    <a:pt x="925047" y="258940"/>
                  </a:lnTo>
                  <a:lnTo>
                    <a:pt x="968078" y="238505"/>
                  </a:lnTo>
                  <a:lnTo>
                    <a:pt x="1006631" y="211251"/>
                  </a:lnTo>
                  <a:lnTo>
                    <a:pt x="1039926" y="177956"/>
                  </a:lnTo>
                  <a:lnTo>
                    <a:pt x="1067181" y="139403"/>
                  </a:lnTo>
                  <a:lnTo>
                    <a:pt x="1087615" y="96372"/>
                  </a:lnTo>
                  <a:lnTo>
                    <a:pt x="1100448" y="49644"/>
                  </a:lnTo>
                  <a:lnTo>
                    <a:pt x="1104900" y="0"/>
                  </a:lnTo>
                  <a:close/>
                </a:path>
                <a:path w="1104900" h="4143375">
                  <a:moveTo>
                    <a:pt x="276225" y="3590925"/>
                  </a:moveTo>
                  <a:lnTo>
                    <a:pt x="226573" y="3595376"/>
                  </a:lnTo>
                  <a:lnTo>
                    <a:pt x="179842" y="3608209"/>
                  </a:lnTo>
                  <a:lnTo>
                    <a:pt x="136810" y="3628644"/>
                  </a:lnTo>
                  <a:lnTo>
                    <a:pt x="98257" y="3655898"/>
                  </a:lnTo>
                  <a:lnTo>
                    <a:pt x="64965" y="3689193"/>
                  </a:lnTo>
                  <a:lnTo>
                    <a:pt x="37713" y="3727746"/>
                  </a:lnTo>
                  <a:lnTo>
                    <a:pt x="17281" y="3770777"/>
                  </a:lnTo>
                  <a:lnTo>
                    <a:pt x="4450" y="3817505"/>
                  </a:lnTo>
                  <a:lnTo>
                    <a:pt x="0" y="3867150"/>
                  </a:lnTo>
                  <a:lnTo>
                    <a:pt x="4450" y="3916794"/>
                  </a:lnTo>
                  <a:lnTo>
                    <a:pt x="17281" y="3963522"/>
                  </a:lnTo>
                  <a:lnTo>
                    <a:pt x="37713" y="4006553"/>
                  </a:lnTo>
                  <a:lnTo>
                    <a:pt x="64965" y="4045106"/>
                  </a:lnTo>
                  <a:lnTo>
                    <a:pt x="98257" y="4078401"/>
                  </a:lnTo>
                  <a:lnTo>
                    <a:pt x="136810" y="4105656"/>
                  </a:lnTo>
                  <a:lnTo>
                    <a:pt x="179842" y="4126090"/>
                  </a:lnTo>
                  <a:lnTo>
                    <a:pt x="226573" y="4138923"/>
                  </a:lnTo>
                  <a:lnTo>
                    <a:pt x="276225" y="4143375"/>
                  </a:lnTo>
                  <a:lnTo>
                    <a:pt x="325876" y="4138923"/>
                  </a:lnTo>
                  <a:lnTo>
                    <a:pt x="372607" y="4126090"/>
                  </a:lnTo>
                  <a:lnTo>
                    <a:pt x="415639" y="4105656"/>
                  </a:lnTo>
                  <a:lnTo>
                    <a:pt x="454192" y="4078401"/>
                  </a:lnTo>
                  <a:lnTo>
                    <a:pt x="487484" y="4045106"/>
                  </a:lnTo>
                  <a:lnTo>
                    <a:pt x="514736" y="4006553"/>
                  </a:lnTo>
                  <a:lnTo>
                    <a:pt x="535168" y="3963522"/>
                  </a:lnTo>
                  <a:lnTo>
                    <a:pt x="547999" y="3916794"/>
                  </a:lnTo>
                  <a:lnTo>
                    <a:pt x="552450" y="3867150"/>
                  </a:lnTo>
                  <a:lnTo>
                    <a:pt x="276225" y="3867150"/>
                  </a:lnTo>
                  <a:lnTo>
                    <a:pt x="319878" y="3860107"/>
                  </a:lnTo>
                  <a:lnTo>
                    <a:pt x="357791" y="3840494"/>
                  </a:lnTo>
                  <a:lnTo>
                    <a:pt x="387689" y="3810585"/>
                  </a:lnTo>
                  <a:lnTo>
                    <a:pt x="407296" y="3772653"/>
                  </a:lnTo>
                  <a:lnTo>
                    <a:pt x="414337" y="3728974"/>
                  </a:lnTo>
                  <a:lnTo>
                    <a:pt x="407296" y="3685356"/>
                  </a:lnTo>
                  <a:lnTo>
                    <a:pt x="387689" y="3647462"/>
                  </a:lnTo>
                  <a:lnTo>
                    <a:pt x="357791" y="3617572"/>
                  </a:lnTo>
                  <a:lnTo>
                    <a:pt x="319878" y="3597966"/>
                  </a:lnTo>
                  <a:lnTo>
                    <a:pt x="276225" y="3590925"/>
                  </a:lnTo>
                  <a:close/>
                </a:path>
              </a:pathLst>
            </a:custGeom>
            <a:solidFill>
              <a:srgbClr val="7AA3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04800" y="1219200"/>
              <a:ext cx="8534400" cy="4419600"/>
            </a:xfrm>
            <a:custGeom>
              <a:avLst/>
              <a:gdLst/>
              <a:ahLst/>
              <a:cxnLst/>
              <a:rect l="l" t="t" r="r" b="b"/>
              <a:pathLst>
                <a:path w="8534400" h="4419600">
                  <a:moveTo>
                    <a:pt x="552450" y="3867150"/>
                  </a:moveTo>
                  <a:lnTo>
                    <a:pt x="552450" y="276225"/>
                  </a:lnTo>
                  <a:lnTo>
                    <a:pt x="556900" y="226580"/>
                  </a:lnTo>
                  <a:lnTo>
                    <a:pt x="569731" y="179852"/>
                  </a:lnTo>
                  <a:lnTo>
                    <a:pt x="590163" y="136821"/>
                  </a:lnTo>
                  <a:lnTo>
                    <a:pt x="617415" y="98268"/>
                  </a:lnTo>
                  <a:lnTo>
                    <a:pt x="650707" y="64973"/>
                  </a:lnTo>
                  <a:lnTo>
                    <a:pt x="689260" y="37719"/>
                  </a:lnTo>
                  <a:lnTo>
                    <a:pt x="732292" y="17284"/>
                  </a:lnTo>
                  <a:lnTo>
                    <a:pt x="779023" y="4451"/>
                  </a:lnTo>
                  <a:lnTo>
                    <a:pt x="828675" y="0"/>
                  </a:lnTo>
                  <a:lnTo>
                    <a:pt x="8258175" y="0"/>
                  </a:lnTo>
                  <a:lnTo>
                    <a:pt x="8307819" y="4451"/>
                  </a:lnTo>
                  <a:lnTo>
                    <a:pt x="8354547" y="17284"/>
                  </a:lnTo>
                  <a:lnTo>
                    <a:pt x="8397578" y="37718"/>
                  </a:lnTo>
                  <a:lnTo>
                    <a:pt x="8436131" y="64973"/>
                  </a:lnTo>
                  <a:lnTo>
                    <a:pt x="8469426" y="98268"/>
                  </a:lnTo>
                  <a:lnTo>
                    <a:pt x="8496681" y="136821"/>
                  </a:lnTo>
                  <a:lnTo>
                    <a:pt x="8517115" y="179852"/>
                  </a:lnTo>
                  <a:lnTo>
                    <a:pt x="8529948" y="226580"/>
                  </a:lnTo>
                  <a:lnTo>
                    <a:pt x="8534400" y="276225"/>
                  </a:lnTo>
                  <a:lnTo>
                    <a:pt x="8529948" y="325869"/>
                  </a:lnTo>
                  <a:lnTo>
                    <a:pt x="8517115" y="372597"/>
                  </a:lnTo>
                  <a:lnTo>
                    <a:pt x="8496681" y="415628"/>
                  </a:lnTo>
                  <a:lnTo>
                    <a:pt x="8469426" y="454181"/>
                  </a:lnTo>
                  <a:lnTo>
                    <a:pt x="8436131" y="487476"/>
                  </a:lnTo>
                  <a:lnTo>
                    <a:pt x="8397578" y="514730"/>
                  </a:lnTo>
                  <a:lnTo>
                    <a:pt x="8354547" y="535165"/>
                  </a:lnTo>
                  <a:lnTo>
                    <a:pt x="8307819" y="547998"/>
                  </a:lnTo>
                  <a:lnTo>
                    <a:pt x="8258175" y="552450"/>
                  </a:lnTo>
                  <a:lnTo>
                    <a:pt x="7981950" y="552450"/>
                  </a:lnTo>
                  <a:lnTo>
                    <a:pt x="7981950" y="4143375"/>
                  </a:lnTo>
                  <a:lnTo>
                    <a:pt x="7977498" y="4193019"/>
                  </a:lnTo>
                  <a:lnTo>
                    <a:pt x="7964665" y="4239747"/>
                  </a:lnTo>
                  <a:lnTo>
                    <a:pt x="7944231" y="4282778"/>
                  </a:lnTo>
                  <a:lnTo>
                    <a:pt x="7916976" y="4321331"/>
                  </a:lnTo>
                  <a:lnTo>
                    <a:pt x="7883681" y="4354626"/>
                  </a:lnTo>
                  <a:lnTo>
                    <a:pt x="7845128" y="4381881"/>
                  </a:lnTo>
                  <a:lnTo>
                    <a:pt x="7802097" y="4402315"/>
                  </a:lnTo>
                  <a:lnTo>
                    <a:pt x="7755369" y="4415148"/>
                  </a:lnTo>
                  <a:lnTo>
                    <a:pt x="7705725" y="4419600"/>
                  </a:lnTo>
                  <a:lnTo>
                    <a:pt x="276225" y="4419600"/>
                  </a:lnTo>
                  <a:lnTo>
                    <a:pt x="226573" y="4415148"/>
                  </a:lnTo>
                  <a:lnTo>
                    <a:pt x="179842" y="4402315"/>
                  </a:lnTo>
                  <a:lnTo>
                    <a:pt x="136810" y="4381881"/>
                  </a:lnTo>
                  <a:lnTo>
                    <a:pt x="98257" y="4354626"/>
                  </a:lnTo>
                  <a:lnTo>
                    <a:pt x="64965" y="4321331"/>
                  </a:lnTo>
                  <a:lnTo>
                    <a:pt x="37713" y="4282778"/>
                  </a:lnTo>
                  <a:lnTo>
                    <a:pt x="17281" y="4239747"/>
                  </a:lnTo>
                  <a:lnTo>
                    <a:pt x="4450" y="4193019"/>
                  </a:lnTo>
                  <a:lnTo>
                    <a:pt x="0" y="4143375"/>
                  </a:lnTo>
                  <a:lnTo>
                    <a:pt x="4450" y="4093730"/>
                  </a:lnTo>
                  <a:lnTo>
                    <a:pt x="17281" y="4047002"/>
                  </a:lnTo>
                  <a:lnTo>
                    <a:pt x="37713" y="4003971"/>
                  </a:lnTo>
                  <a:lnTo>
                    <a:pt x="64965" y="3965418"/>
                  </a:lnTo>
                  <a:lnTo>
                    <a:pt x="98257" y="3932123"/>
                  </a:lnTo>
                  <a:lnTo>
                    <a:pt x="136810" y="3904869"/>
                  </a:lnTo>
                  <a:lnTo>
                    <a:pt x="179842" y="3884434"/>
                  </a:lnTo>
                  <a:lnTo>
                    <a:pt x="226573" y="3871601"/>
                  </a:lnTo>
                  <a:lnTo>
                    <a:pt x="276225" y="3867150"/>
                  </a:lnTo>
                  <a:lnTo>
                    <a:pt x="552450" y="3867150"/>
                  </a:lnTo>
                  <a:close/>
                </a:path>
                <a:path w="8534400" h="4419600">
                  <a:moveTo>
                    <a:pt x="828675" y="0"/>
                  </a:moveTo>
                  <a:lnTo>
                    <a:pt x="878319" y="4451"/>
                  </a:lnTo>
                  <a:lnTo>
                    <a:pt x="925047" y="17284"/>
                  </a:lnTo>
                  <a:lnTo>
                    <a:pt x="968078" y="37718"/>
                  </a:lnTo>
                  <a:lnTo>
                    <a:pt x="1006631" y="64973"/>
                  </a:lnTo>
                  <a:lnTo>
                    <a:pt x="1039926" y="98268"/>
                  </a:lnTo>
                  <a:lnTo>
                    <a:pt x="1067181" y="136821"/>
                  </a:lnTo>
                  <a:lnTo>
                    <a:pt x="1087615" y="179852"/>
                  </a:lnTo>
                  <a:lnTo>
                    <a:pt x="1100448" y="226580"/>
                  </a:lnTo>
                  <a:lnTo>
                    <a:pt x="1104900" y="276225"/>
                  </a:lnTo>
                  <a:lnTo>
                    <a:pt x="1100448" y="325869"/>
                  </a:lnTo>
                  <a:lnTo>
                    <a:pt x="1087615" y="372597"/>
                  </a:lnTo>
                  <a:lnTo>
                    <a:pt x="1067181" y="415628"/>
                  </a:lnTo>
                  <a:lnTo>
                    <a:pt x="1039926" y="454181"/>
                  </a:lnTo>
                  <a:lnTo>
                    <a:pt x="1006631" y="487476"/>
                  </a:lnTo>
                  <a:lnTo>
                    <a:pt x="968078" y="514730"/>
                  </a:lnTo>
                  <a:lnTo>
                    <a:pt x="925047" y="535165"/>
                  </a:lnTo>
                  <a:lnTo>
                    <a:pt x="878319" y="547998"/>
                  </a:lnTo>
                  <a:lnTo>
                    <a:pt x="828675" y="552450"/>
                  </a:lnTo>
                  <a:lnTo>
                    <a:pt x="785021" y="545407"/>
                  </a:lnTo>
                  <a:lnTo>
                    <a:pt x="747108" y="525794"/>
                  </a:lnTo>
                  <a:lnTo>
                    <a:pt x="717210" y="495885"/>
                  </a:lnTo>
                  <a:lnTo>
                    <a:pt x="697603" y="457953"/>
                  </a:lnTo>
                  <a:lnTo>
                    <a:pt x="690562" y="414274"/>
                  </a:lnTo>
                  <a:lnTo>
                    <a:pt x="697603" y="370656"/>
                  </a:lnTo>
                  <a:lnTo>
                    <a:pt x="717210" y="332762"/>
                  </a:lnTo>
                  <a:lnTo>
                    <a:pt x="747108" y="302872"/>
                  </a:lnTo>
                  <a:lnTo>
                    <a:pt x="785021" y="283266"/>
                  </a:lnTo>
                  <a:lnTo>
                    <a:pt x="828675" y="276225"/>
                  </a:lnTo>
                  <a:lnTo>
                    <a:pt x="1104900" y="276225"/>
                  </a:lnTo>
                </a:path>
                <a:path w="8534400" h="4419600">
                  <a:moveTo>
                    <a:pt x="7981950" y="552450"/>
                  </a:moveTo>
                  <a:lnTo>
                    <a:pt x="828675" y="552450"/>
                  </a:lnTo>
                </a:path>
                <a:path w="8534400" h="4419600">
                  <a:moveTo>
                    <a:pt x="276225" y="3867150"/>
                  </a:moveTo>
                  <a:lnTo>
                    <a:pt x="319878" y="3874191"/>
                  </a:lnTo>
                  <a:lnTo>
                    <a:pt x="357791" y="3893797"/>
                  </a:lnTo>
                  <a:lnTo>
                    <a:pt x="387689" y="3923687"/>
                  </a:lnTo>
                  <a:lnTo>
                    <a:pt x="407296" y="3961581"/>
                  </a:lnTo>
                  <a:lnTo>
                    <a:pt x="414337" y="4005199"/>
                  </a:lnTo>
                  <a:lnTo>
                    <a:pt x="407296" y="4048878"/>
                  </a:lnTo>
                  <a:lnTo>
                    <a:pt x="387689" y="4086810"/>
                  </a:lnTo>
                  <a:lnTo>
                    <a:pt x="357791" y="4116719"/>
                  </a:lnTo>
                  <a:lnTo>
                    <a:pt x="319878" y="4136332"/>
                  </a:lnTo>
                  <a:lnTo>
                    <a:pt x="276225" y="4143375"/>
                  </a:lnTo>
                  <a:lnTo>
                    <a:pt x="552450" y="4143375"/>
                  </a:lnTo>
                </a:path>
                <a:path w="8534400" h="4419600">
                  <a:moveTo>
                    <a:pt x="276225" y="4419600"/>
                  </a:moveTo>
                  <a:lnTo>
                    <a:pt x="325876" y="4415148"/>
                  </a:lnTo>
                  <a:lnTo>
                    <a:pt x="372607" y="4402315"/>
                  </a:lnTo>
                  <a:lnTo>
                    <a:pt x="415639" y="4381881"/>
                  </a:lnTo>
                  <a:lnTo>
                    <a:pt x="454192" y="4354626"/>
                  </a:lnTo>
                  <a:lnTo>
                    <a:pt x="487484" y="4321331"/>
                  </a:lnTo>
                  <a:lnTo>
                    <a:pt x="514736" y="4282778"/>
                  </a:lnTo>
                  <a:lnTo>
                    <a:pt x="535168" y="4239747"/>
                  </a:lnTo>
                  <a:lnTo>
                    <a:pt x="547999" y="4193019"/>
                  </a:lnTo>
                  <a:lnTo>
                    <a:pt x="552450" y="4143375"/>
                  </a:lnTo>
                  <a:lnTo>
                    <a:pt x="552450" y="3867150"/>
                  </a:lnTo>
                </a:path>
              </a:pathLst>
            </a:custGeom>
            <a:ln w="9525">
              <a:solidFill>
                <a:srgbClr val="0033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632088" y="3653559"/>
            <a:ext cx="4881817" cy="759632"/>
          </a:xfrm>
          <a:prstGeom prst="rect">
            <a:avLst/>
          </a:prstGeom>
        </p:spPr>
        <p:txBody>
          <a:bodyPr vert="horz" wrap="square" lIns="0" tIns="14669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3970">
              <a:spcBef>
                <a:spcPts val="116"/>
              </a:spcBef>
            </a:pPr>
            <a:r>
              <a:rPr sz="4840" b="1" spc="-6" dirty="0">
                <a:latin typeface="Times New Roman"/>
                <a:cs typeface="Times New Roman"/>
              </a:rPr>
              <a:t>SUPERNETTING</a:t>
            </a:r>
            <a:endParaRPr sz="4840">
              <a:latin typeface="Times New Roman"/>
              <a:cs typeface="Times New Roman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1CFE64-EAD9-3247-A339-D1CA4FC10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0269B-3FF7-874D-8ED1-2D9E2506D078}" type="slidenum">
              <a:rPr lang="en-US" smtClean="0"/>
              <a:pPr/>
              <a:t>54</a:t>
            </a:fld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04946" y="1450024"/>
            <a:ext cx="5614543" cy="629660"/>
          </a:xfrm>
          <a:prstGeom prst="rect">
            <a:avLst/>
          </a:prstGeom>
        </p:spPr>
        <p:txBody>
          <a:bodyPr vert="horz" wrap="square" lIns="0" tIns="1397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3970">
              <a:spcBef>
                <a:spcPts val="110"/>
              </a:spcBef>
            </a:pPr>
            <a:r>
              <a:rPr b="1" spc="-6" dirty="0">
                <a:solidFill>
                  <a:srgbClr val="C00000"/>
                </a:solidFill>
                <a:latin typeface="Arial"/>
                <a:cs typeface="Arial"/>
              </a:rPr>
              <a:t>What is</a:t>
            </a:r>
            <a:r>
              <a:rPr b="1" spc="-17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b="1" spc="-6" dirty="0" err="1">
                <a:solidFill>
                  <a:srgbClr val="C00000"/>
                </a:solidFill>
                <a:latin typeface="Arial"/>
                <a:cs typeface="Arial"/>
              </a:rPr>
              <a:t>supernetting</a:t>
            </a:r>
            <a:r>
              <a:rPr b="1" spc="-6" dirty="0">
                <a:solidFill>
                  <a:srgbClr val="C00000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CF6409-4D1A-E84D-9094-DFB3740D2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0269B-3FF7-874D-8ED1-2D9E2506D078}" type="slidenum">
              <a:rPr lang="en-US" smtClean="0"/>
              <a:pPr/>
              <a:t>55</a:t>
            </a:fld>
            <a:endParaRPr lang="en-US"/>
          </a:p>
        </p:txBody>
      </p:sp>
      <p:sp>
        <p:nvSpPr>
          <p:cNvPr id="3" name="object 3"/>
          <p:cNvSpPr txBox="1"/>
          <p:nvPr/>
        </p:nvSpPr>
        <p:spPr>
          <a:xfrm>
            <a:off x="1008969" y="2645271"/>
            <a:ext cx="7960805" cy="3695755"/>
          </a:xfrm>
          <a:prstGeom prst="rect">
            <a:avLst/>
          </a:prstGeom>
        </p:spPr>
        <p:txBody>
          <a:bodyPr vert="horz" wrap="square" lIns="0" tIns="107569" rIns="0" bIns="0" rtlCol="0">
            <a:spAutoFit/>
          </a:bodyPr>
          <a:lstStyle/>
          <a:p>
            <a:pPr marL="390462" indent="-377190" algn="l">
              <a:spcBef>
                <a:spcPts val="847"/>
              </a:spcBef>
              <a:buSzPct val="75000"/>
              <a:buFont typeface="Wingdings"/>
              <a:buChar char=""/>
              <a:tabLst>
                <a:tab pos="390462" algn="l"/>
                <a:tab pos="391160" algn="l"/>
              </a:tabLst>
            </a:pPr>
            <a:r>
              <a:rPr sz="3080" spc="-6" dirty="0">
                <a:solidFill>
                  <a:srgbClr val="003366"/>
                </a:solidFill>
                <a:latin typeface="Arial"/>
                <a:cs typeface="Arial"/>
              </a:rPr>
              <a:t>Supernetting is the </a:t>
            </a:r>
            <a:r>
              <a:rPr sz="3080" dirty="0">
                <a:solidFill>
                  <a:srgbClr val="003366"/>
                </a:solidFill>
                <a:latin typeface="Arial"/>
                <a:cs typeface="Arial"/>
              </a:rPr>
              <a:t>opposite </a:t>
            </a:r>
            <a:r>
              <a:rPr sz="3080" spc="-6" dirty="0">
                <a:solidFill>
                  <a:srgbClr val="003366"/>
                </a:solidFill>
                <a:latin typeface="Arial"/>
                <a:cs typeface="Arial"/>
              </a:rPr>
              <a:t>of</a:t>
            </a:r>
            <a:r>
              <a:rPr sz="3080" spc="94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3080" spc="-6" dirty="0">
                <a:solidFill>
                  <a:srgbClr val="003366"/>
                </a:solidFill>
                <a:latin typeface="Arial"/>
                <a:cs typeface="Arial"/>
              </a:rPr>
              <a:t>subnetting</a:t>
            </a:r>
            <a:endParaRPr sz="3080" dirty="0">
              <a:latin typeface="Arial"/>
              <a:cs typeface="Arial"/>
            </a:endParaRPr>
          </a:p>
          <a:p>
            <a:pPr marL="390462" marR="159957" indent="-377190" algn="l">
              <a:spcBef>
                <a:spcPts val="743"/>
              </a:spcBef>
              <a:buSzPct val="75000"/>
              <a:buFont typeface="Wingdings"/>
              <a:buChar char=""/>
              <a:tabLst>
                <a:tab pos="390462" algn="l"/>
                <a:tab pos="391160" algn="l"/>
              </a:tabLst>
            </a:pPr>
            <a:r>
              <a:rPr sz="3080" spc="-6" dirty="0">
                <a:solidFill>
                  <a:srgbClr val="003366"/>
                </a:solidFill>
                <a:latin typeface="Arial"/>
                <a:cs typeface="Arial"/>
              </a:rPr>
              <a:t>In </a:t>
            </a:r>
            <a:r>
              <a:rPr sz="3080" dirty="0">
                <a:solidFill>
                  <a:srgbClr val="003366"/>
                </a:solidFill>
                <a:latin typeface="Arial"/>
                <a:cs typeface="Arial"/>
              </a:rPr>
              <a:t>subnetting you borrow bits </a:t>
            </a:r>
            <a:r>
              <a:rPr sz="3080" spc="-6" dirty="0">
                <a:solidFill>
                  <a:srgbClr val="003366"/>
                </a:solidFill>
                <a:latin typeface="Arial"/>
                <a:cs typeface="Arial"/>
              </a:rPr>
              <a:t>from </a:t>
            </a:r>
            <a:r>
              <a:rPr sz="3080" dirty="0">
                <a:solidFill>
                  <a:srgbClr val="003366"/>
                </a:solidFill>
                <a:latin typeface="Arial"/>
                <a:cs typeface="Arial"/>
              </a:rPr>
              <a:t>the host  part</a:t>
            </a:r>
            <a:endParaRPr sz="3080" dirty="0">
              <a:latin typeface="Arial"/>
              <a:cs typeface="Arial"/>
            </a:endParaRPr>
          </a:p>
          <a:p>
            <a:pPr marL="390462" marR="5588" indent="-377190" algn="l">
              <a:spcBef>
                <a:spcPts val="737"/>
              </a:spcBef>
              <a:buSzPct val="75000"/>
              <a:buFont typeface="Wingdings"/>
              <a:buChar char=""/>
              <a:tabLst>
                <a:tab pos="390462" algn="l"/>
                <a:tab pos="391160" algn="l"/>
              </a:tabLst>
            </a:pPr>
            <a:r>
              <a:rPr sz="3080" spc="-6" dirty="0">
                <a:solidFill>
                  <a:srgbClr val="003366"/>
                </a:solidFill>
                <a:latin typeface="Arial"/>
                <a:cs typeface="Arial"/>
              </a:rPr>
              <a:t>Supernetting is done by borrowing bits </a:t>
            </a:r>
            <a:r>
              <a:rPr sz="3080" dirty="0">
                <a:solidFill>
                  <a:srgbClr val="003366"/>
                </a:solidFill>
                <a:latin typeface="Arial"/>
                <a:cs typeface="Arial"/>
              </a:rPr>
              <a:t>from  </a:t>
            </a:r>
            <a:r>
              <a:rPr sz="3080" spc="-6" dirty="0">
                <a:solidFill>
                  <a:srgbClr val="003366"/>
                </a:solidFill>
                <a:latin typeface="Arial"/>
                <a:cs typeface="Arial"/>
              </a:rPr>
              <a:t>the network</a:t>
            </a:r>
            <a:r>
              <a:rPr sz="3080" spc="11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3080" dirty="0">
                <a:solidFill>
                  <a:srgbClr val="003366"/>
                </a:solidFill>
                <a:latin typeface="Arial"/>
                <a:cs typeface="Arial"/>
              </a:rPr>
              <a:t>side.</a:t>
            </a:r>
            <a:endParaRPr sz="3080" dirty="0">
              <a:latin typeface="Arial"/>
              <a:cs typeface="Arial"/>
            </a:endParaRPr>
          </a:p>
          <a:p>
            <a:pPr marL="390462" marR="225614" indent="-377190" algn="l">
              <a:spcBef>
                <a:spcPts val="743"/>
              </a:spcBef>
              <a:buSzPct val="75000"/>
              <a:buFont typeface="Wingdings"/>
              <a:buChar char=""/>
              <a:tabLst>
                <a:tab pos="390462" algn="l"/>
                <a:tab pos="391160" algn="l"/>
              </a:tabLst>
            </a:pPr>
            <a:r>
              <a:rPr sz="3080" spc="-6" dirty="0">
                <a:solidFill>
                  <a:srgbClr val="003366"/>
                </a:solidFill>
                <a:latin typeface="Arial"/>
                <a:cs typeface="Arial"/>
              </a:rPr>
              <a:t>And combine a </a:t>
            </a:r>
            <a:r>
              <a:rPr sz="3080" dirty="0">
                <a:solidFill>
                  <a:srgbClr val="003366"/>
                </a:solidFill>
                <a:latin typeface="Arial"/>
                <a:cs typeface="Arial"/>
              </a:rPr>
              <a:t>group </a:t>
            </a:r>
            <a:r>
              <a:rPr sz="3080" spc="-6" dirty="0">
                <a:solidFill>
                  <a:srgbClr val="003366"/>
                </a:solidFill>
                <a:latin typeface="Arial"/>
                <a:cs typeface="Arial"/>
              </a:rPr>
              <a:t>of networks into one  large</a:t>
            </a:r>
            <a:r>
              <a:rPr sz="3080" spc="6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3080" dirty="0">
                <a:solidFill>
                  <a:srgbClr val="003366"/>
                </a:solidFill>
                <a:latin typeface="Arial"/>
                <a:cs typeface="Arial"/>
              </a:rPr>
              <a:t>supernetwork.</a:t>
            </a:r>
            <a:endParaRPr sz="308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00246" y="1869351"/>
            <a:ext cx="8436064" cy="461526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641673" y="507033"/>
            <a:ext cx="3100642" cy="555793"/>
          </a:xfrm>
          <a:prstGeom prst="rect">
            <a:avLst/>
          </a:prstGeom>
        </p:spPr>
        <p:txBody>
          <a:bodyPr vert="horz" wrap="square" lIns="0" tIns="1397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3970">
              <a:spcBef>
                <a:spcPts val="110"/>
              </a:spcBef>
            </a:pPr>
            <a:r>
              <a:rPr sz="3520" b="1" dirty="0">
                <a:latin typeface="Times New Roman"/>
                <a:cs typeface="Times New Roman"/>
              </a:rPr>
              <a:t>A</a:t>
            </a:r>
            <a:r>
              <a:rPr sz="3520" b="1" spc="-264" dirty="0">
                <a:latin typeface="Times New Roman"/>
                <a:cs typeface="Times New Roman"/>
              </a:rPr>
              <a:t> </a:t>
            </a:r>
            <a:r>
              <a:rPr sz="3520" b="1" dirty="0">
                <a:latin typeface="Times New Roman"/>
                <a:cs typeface="Times New Roman"/>
              </a:rPr>
              <a:t>supernetwork</a:t>
            </a:r>
            <a:endParaRPr sz="3520">
              <a:latin typeface="Times New Roman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9F5EC3-A8DE-8D42-B08D-E388745BC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0269B-3FF7-874D-8ED1-2D9E2506D078}" type="slidenum">
              <a:rPr lang="en-US" smtClean="0"/>
              <a:pPr/>
              <a:t>56</a:t>
            </a:fld>
            <a:endParaRPr 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251460" y="784859"/>
            <a:ext cx="9555480" cy="5867400"/>
          </a:xfrm>
          <a:custGeom>
            <a:avLst/>
            <a:gdLst/>
            <a:ahLst/>
            <a:cxnLst/>
            <a:rect l="l" t="t" r="r" b="b"/>
            <a:pathLst>
              <a:path w="8686800" h="5334000">
                <a:moveTo>
                  <a:pt x="8686800" y="0"/>
                </a:moveTo>
                <a:lnTo>
                  <a:pt x="0" y="0"/>
                </a:lnTo>
                <a:lnTo>
                  <a:pt x="0" y="1531112"/>
                </a:lnTo>
                <a:lnTo>
                  <a:pt x="0" y="5334000"/>
                </a:lnTo>
                <a:lnTo>
                  <a:pt x="8686800" y="5334000"/>
                </a:lnTo>
                <a:lnTo>
                  <a:pt x="8686800" y="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38074" y="807016"/>
            <a:ext cx="1517142" cy="690510"/>
          </a:xfrm>
          <a:prstGeom prst="rect">
            <a:avLst/>
          </a:prstGeom>
        </p:spPr>
        <p:txBody>
          <a:bodyPr vert="horz" wrap="square" lIns="0" tIns="13272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3970">
              <a:spcBef>
                <a:spcPts val="105"/>
              </a:spcBef>
            </a:pPr>
            <a:r>
              <a:rPr sz="4400" b="1" i="1" spc="-6" dirty="0">
                <a:solidFill>
                  <a:srgbClr val="FFFFFF"/>
                </a:solidFill>
                <a:latin typeface="Times New Roman"/>
                <a:cs typeface="Times New Roman"/>
              </a:rPr>
              <a:t>Rules: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049FF2-9B21-5A4D-8CDC-0329A451E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0269B-3FF7-874D-8ED1-2D9E2506D078}" type="slidenum">
              <a:rPr lang="en-US" smtClean="0"/>
              <a:pPr/>
              <a:t>57</a:t>
            </a:fld>
            <a:endParaRPr lang="en-US"/>
          </a:p>
        </p:txBody>
      </p:sp>
      <p:sp>
        <p:nvSpPr>
          <p:cNvPr id="5" name="object 5"/>
          <p:cNvSpPr/>
          <p:nvPr/>
        </p:nvSpPr>
        <p:spPr>
          <a:xfrm>
            <a:off x="352044" y="1435302"/>
            <a:ext cx="1490599" cy="53785"/>
          </a:xfrm>
          <a:custGeom>
            <a:avLst/>
            <a:gdLst/>
            <a:ahLst/>
            <a:cxnLst/>
            <a:rect l="l" t="t" r="r" b="b"/>
            <a:pathLst>
              <a:path w="1355089" h="48894">
                <a:moveTo>
                  <a:pt x="1354836" y="0"/>
                </a:moveTo>
                <a:lnTo>
                  <a:pt x="0" y="0"/>
                </a:lnTo>
                <a:lnTo>
                  <a:pt x="0" y="48767"/>
                </a:lnTo>
                <a:lnTo>
                  <a:pt x="1354836" y="48767"/>
                </a:lnTo>
                <a:lnTo>
                  <a:pt x="135483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38074" y="1745576"/>
            <a:ext cx="9315196" cy="4886915"/>
          </a:xfrm>
          <a:prstGeom prst="rect">
            <a:avLst/>
          </a:prstGeom>
        </p:spPr>
        <p:txBody>
          <a:bodyPr vert="horz" wrap="square" lIns="0" tIns="14669" rIns="0" bIns="0" rtlCol="0">
            <a:spAutoFit/>
          </a:bodyPr>
          <a:lstStyle/>
          <a:p>
            <a:pPr marL="13970" marR="345059" algn="l">
              <a:spcBef>
                <a:spcPts val="116"/>
              </a:spcBef>
            </a:pPr>
            <a:r>
              <a:rPr sz="3520" spc="1078" dirty="0">
                <a:solidFill>
                  <a:srgbClr val="FF3300"/>
                </a:solidFill>
                <a:latin typeface="Arial"/>
                <a:cs typeface="Arial"/>
              </a:rPr>
              <a:t></a:t>
            </a:r>
            <a:r>
              <a:rPr sz="3520" spc="-319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3520" dirty="0">
                <a:solidFill>
                  <a:srgbClr val="FFFFFF"/>
                </a:solidFill>
                <a:latin typeface="Times New Roman"/>
                <a:cs typeface="Times New Roman"/>
              </a:rPr>
              <a:t>The number of blocks must be a power of 2 </a:t>
            </a:r>
            <a:r>
              <a:rPr sz="3520" spc="-380" dirty="0">
                <a:solidFill>
                  <a:srgbClr val="FFFFFF"/>
                </a:solidFill>
                <a:latin typeface="Times New Roman"/>
                <a:cs typeface="Times New Roman"/>
              </a:rPr>
              <a:t>(1,  </a:t>
            </a:r>
            <a:r>
              <a:rPr sz="3520" dirty="0">
                <a:solidFill>
                  <a:srgbClr val="FFFFFF"/>
                </a:solidFill>
                <a:latin typeface="Times New Roman"/>
                <a:cs typeface="Times New Roman"/>
              </a:rPr>
              <a:t>2, 4, 8, 16, . .</a:t>
            </a:r>
            <a:r>
              <a:rPr sz="3520" spc="-4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520" dirty="0">
                <a:solidFill>
                  <a:srgbClr val="FFFFFF"/>
                </a:solidFill>
                <a:latin typeface="Times New Roman"/>
                <a:cs typeface="Times New Roman"/>
              </a:rPr>
              <a:t>.).</a:t>
            </a:r>
            <a:endParaRPr sz="3520" dirty="0">
              <a:latin typeface="Times New Roman"/>
              <a:cs typeface="Times New Roman"/>
            </a:endParaRPr>
          </a:p>
          <a:p>
            <a:pPr marL="13970" marR="613982" algn="l">
              <a:spcBef>
                <a:spcPts val="2112"/>
              </a:spcBef>
            </a:pPr>
            <a:r>
              <a:rPr sz="3520" spc="1078" dirty="0">
                <a:solidFill>
                  <a:srgbClr val="FF3300"/>
                </a:solidFill>
                <a:latin typeface="Arial"/>
                <a:cs typeface="Arial"/>
              </a:rPr>
              <a:t></a:t>
            </a:r>
            <a:r>
              <a:rPr sz="3520" spc="-27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3520" dirty="0">
                <a:solidFill>
                  <a:srgbClr val="FFFFFF"/>
                </a:solidFill>
                <a:latin typeface="Times New Roman"/>
                <a:cs typeface="Times New Roman"/>
              </a:rPr>
              <a:t>The blocks must be contiguous in the </a:t>
            </a:r>
            <a:r>
              <a:rPr sz="3520" spc="-165" dirty="0">
                <a:solidFill>
                  <a:srgbClr val="FFFFFF"/>
                </a:solidFill>
                <a:latin typeface="Times New Roman"/>
                <a:cs typeface="Times New Roman"/>
              </a:rPr>
              <a:t>address  </a:t>
            </a:r>
            <a:r>
              <a:rPr sz="3520" dirty="0">
                <a:solidFill>
                  <a:srgbClr val="FFFFFF"/>
                </a:solidFill>
                <a:latin typeface="Times New Roman"/>
                <a:cs typeface="Times New Roman"/>
              </a:rPr>
              <a:t>space (no gaps between the</a:t>
            </a:r>
            <a:r>
              <a:rPr sz="3520" spc="-72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520" dirty="0">
                <a:solidFill>
                  <a:srgbClr val="FFFFFF"/>
                </a:solidFill>
                <a:latin typeface="Times New Roman"/>
                <a:cs typeface="Times New Roman"/>
              </a:rPr>
              <a:t>blocks).</a:t>
            </a:r>
            <a:endParaRPr sz="3520" dirty="0">
              <a:latin typeface="Times New Roman"/>
              <a:cs typeface="Times New Roman"/>
            </a:endParaRPr>
          </a:p>
          <a:p>
            <a:pPr marL="13970" marR="5588" algn="l">
              <a:spcBef>
                <a:spcPts val="2118"/>
              </a:spcBef>
            </a:pPr>
            <a:r>
              <a:rPr sz="3520" spc="1078" dirty="0">
                <a:solidFill>
                  <a:srgbClr val="FF3300"/>
                </a:solidFill>
                <a:latin typeface="Arial"/>
                <a:cs typeface="Arial"/>
              </a:rPr>
              <a:t> </a:t>
            </a:r>
            <a:r>
              <a:rPr sz="3520" dirty="0">
                <a:solidFill>
                  <a:srgbClr val="FFFFFF"/>
                </a:solidFill>
                <a:latin typeface="Times New Roman"/>
                <a:cs typeface="Times New Roman"/>
              </a:rPr>
              <a:t>The </a:t>
            </a:r>
            <a:r>
              <a:rPr sz="3520" spc="-6" dirty="0">
                <a:solidFill>
                  <a:srgbClr val="FFFFFF"/>
                </a:solidFill>
                <a:latin typeface="Times New Roman"/>
                <a:cs typeface="Times New Roman"/>
              </a:rPr>
              <a:t>third </a:t>
            </a:r>
            <a:r>
              <a:rPr sz="3520" dirty="0">
                <a:solidFill>
                  <a:srgbClr val="FFFFFF"/>
                </a:solidFill>
                <a:latin typeface="Times New Roman"/>
                <a:cs typeface="Times New Roman"/>
              </a:rPr>
              <a:t>byte of the </a:t>
            </a:r>
            <a:r>
              <a:rPr sz="3520" spc="-6" dirty="0">
                <a:solidFill>
                  <a:srgbClr val="FFFFFF"/>
                </a:solidFill>
                <a:latin typeface="Times New Roman"/>
                <a:cs typeface="Times New Roman"/>
              </a:rPr>
              <a:t>first </a:t>
            </a:r>
            <a:r>
              <a:rPr sz="3520" dirty="0">
                <a:solidFill>
                  <a:srgbClr val="FFFFFF"/>
                </a:solidFill>
                <a:latin typeface="Times New Roman"/>
                <a:cs typeface="Times New Roman"/>
              </a:rPr>
              <a:t>address in the  superblock must be evenly divisible by </a:t>
            </a:r>
            <a:r>
              <a:rPr sz="3520" spc="-6" dirty="0">
                <a:solidFill>
                  <a:srgbClr val="FFFFFF"/>
                </a:solidFill>
                <a:latin typeface="Times New Roman"/>
                <a:cs typeface="Times New Roman"/>
              </a:rPr>
              <a:t>the </a:t>
            </a:r>
            <a:r>
              <a:rPr sz="3520" dirty="0">
                <a:solidFill>
                  <a:srgbClr val="FFFFFF"/>
                </a:solidFill>
                <a:latin typeface="Times New Roman"/>
                <a:cs typeface="Times New Roman"/>
              </a:rPr>
              <a:t>number  of blocks. </a:t>
            </a:r>
            <a:r>
              <a:rPr sz="3520" spc="-6" dirty="0">
                <a:solidFill>
                  <a:srgbClr val="FFFFFF"/>
                </a:solidFill>
                <a:latin typeface="Times New Roman"/>
                <a:cs typeface="Times New Roman"/>
              </a:rPr>
              <a:t>In </a:t>
            </a:r>
            <a:r>
              <a:rPr sz="3520" dirty="0">
                <a:solidFill>
                  <a:srgbClr val="FFFFFF"/>
                </a:solidFill>
                <a:latin typeface="Times New Roman"/>
                <a:cs typeface="Times New Roman"/>
              </a:rPr>
              <a:t>other words, if the number of blocks</a:t>
            </a:r>
            <a:r>
              <a:rPr sz="3520" spc="-1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520" dirty="0">
                <a:solidFill>
                  <a:srgbClr val="FFFFFF"/>
                </a:solidFill>
                <a:latin typeface="Times New Roman"/>
                <a:cs typeface="Times New Roman"/>
              </a:rPr>
              <a:t>is  </a:t>
            </a:r>
            <a:r>
              <a:rPr sz="3520" i="1" dirty="0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sz="3520" dirty="0">
                <a:solidFill>
                  <a:srgbClr val="FFFFFF"/>
                </a:solidFill>
                <a:latin typeface="Times New Roman"/>
                <a:cs typeface="Times New Roman"/>
              </a:rPr>
              <a:t>, </a:t>
            </a:r>
            <a:r>
              <a:rPr sz="3520" spc="-6" dirty="0">
                <a:solidFill>
                  <a:srgbClr val="FFFFFF"/>
                </a:solidFill>
                <a:latin typeface="Times New Roman"/>
                <a:cs typeface="Times New Roman"/>
              </a:rPr>
              <a:t>the </a:t>
            </a:r>
            <a:r>
              <a:rPr sz="3520" dirty="0">
                <a:solidFill>
                  <a:srgbClr val="FFFFFF"/>
                </a:solidFill>
                <a:latin typeface="Times New Roman"/>
                <a:cs typeface="Times New Roman"/>
              </a:rPr>
              <a:t>third byte must be divisible by</a:t>
            </a:r>
            <a:r>
              <a:rPr sz="3520" spc="-77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520" i="1" dirty="0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sz="3520" dirty="0">
                <a:solidFill>
                  <a:srgbClr val="FFFFFF"/>
                </a:solidFill>
                <a:latin typeface="Times New Roman"/>
                <a:cs typeface="Times New Roman"/>
              </a:rPr>
              <a:t>.</a:t>
            </a:r>
            <a:endParaRPr sz="352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743400" y="1103376"/>
            <a:ext cx="2673858" cy="9890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920401" y="1193552"/>
            <a:ext cx="2331593" cy="577657"/>
          </a:xfrm>
          <a:prstGeom prst="rect">
            <a:avLst/>
          </a:prstGeom>
          <a:ln w="38100">
            <a:solidFill>
              <a:srgbClr val="FF3300"/>
            </a:solidFill>
          </a:ln>
        </p:spPr>
        <p:txBody>
          <a:bodyPr vert="horz" wrap="square" lIns="0" tIns="35622" rIns="0" bIns="0" rtlCol="0">
            <a:spAutoFit/>
          </a:bodyPr>
          <a:lstStyle/>
          <a:p>
            <a:pPr marL="101283">
              <a:spcBef>
                <a:spcPts val="279"/>
              </a:spcBef>
            </a:pPr>
            <a:r>
              <a:rPr sz="3520" b="1" i="1" dirty="0">
                <a:solidFill>
                  <a:srgbClr val="003366"/>
                </a:solidFill>
                <a:latin typeface="Times New Roman"/>
                <a:cs typeface="Times New Roman"/>
              </a:rPr>
              <a:t>Example</a:t>
            </a:r>
            <a:r>
              <a:rPr sz="3520" b="1" i="1" spc="-5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3520" b="1" i="1" dirty="0">
                <a:solidFill>
                  <a:srgbClr val="003366"/>
                </a:solidFill>
                <a:latin typeface="Times New Roman"/>
                <a:cs typeface="Times New Roman"/>
              </a:rPr>
              <a:t>5</a:t>
            </a:r>
            <a:endParaRPr sz="352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18142" y="2335051"/>
            <a:ext cx="9132189" cy="444994"/>
          </a:xfrm>
          <a:prstGeom prst="rect">
            <a:avLst/>
          </a:prstGeom>
        </p:spPr>
        <p:txBody>
          <a:bodyPr vert="horz" wrap="square" lIns="0" tIns="1397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3970">
              <a:spcBef>
                <a:spcPts val="110"/>
              </a:spcBef>
            </a:pPr>
            <a:r>
              <a:rPr sz="2800" dirty="0"/>
              <a:t>Which of the following </a:t>
            </a:r>
            <a:r>
              <a:rPr sz="2800" spc="-6" dirty="0"/>
              <a:t>set </a:t>
            </a:r>
            <a:r>
              <a:rPr sz="2800" dirty="0"/>
              <a:t>of class C</a:t>
            </a:r>
            <a:r>
              <a:rPr sz="2800" spc="182" dirty="0"/>
              <a:t> </a:t>
            </a:r>
            <a:r>
              <a:rPr sz="2800" dirty="0"/>
              <a:t>blocks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idx="1"/>
          </p:nvPr>
        </p:nvSpPr>
        <p:spPr>
          <a:xfrm>
            <a:off x="284639" y="4156926"/>
            <a:ext cx="9773761" cy="2506392"/>
          </a:xfrm>
          <a:prstGeom prst="rect">
            <a:avLst/>
          </a:prstGeom>
        </p:spPr>
        <p:txBody>
          <a:bodyPr vert="horz" wrap="square" lIns="0" tIns="320612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3970">
              <a:spcBef>
                <a:spcPts val="1870"/>
              </a:spcBef>
              <a:tabLst>
                <a:tab pos="2025650" algn="l"/>
                <a:tab pos="4037330" algn="l"/>
              </a:tabLst>
            </a:pPr>
            <a:r>
              <a:rPr sz="2400" b="1" spc="-6" dirty="0">
                <a:solidFill>
                  <a:srgbClr val="666699"/>
                </a:solidFill>
                <a:latin typeface="Times New Roman"/>
                <a:cs typeface="Times New Roman"/>
              </a:rPr>
              <a:t>198.47.32.0	198.47.33.0	198.47.34.0</a:t>
            </a:r>
            <a:endParaRPr sz="2400" dirty="0">
              <a:latin typeface="Times New Roman"/>
              <a:cs typeface="Times New Roman"/>
            </a:endParaRPr>
          </a:p>
          <a:p>
            <a:pPr marL="13970">
              <a:spcBef>
                <a:spcPts val="1854"/>
              </a:spcBef>
              <a:tabLst>
                <a:tab pos="2025650" algn="l"/>
                <a:tab pos="4037330" algn="l"/>
                <a:tab pos="6049709" algn="l"/>
              </a:tabLst>
            </a:pPr>
            <a:r>
              <a:rPr sz="2400" b="1" spc="-6" dirty="0">
                <a:solidFill>
                  <a:srgbClr val="666699"/>
                </a:solidFill>
                <a:latin typeface="Times New Roman"/>
                <a:cs typeface="Times New Roman"/>
              </a:rPr>
              <a:t>198.47.32.0	198.47.42.0	198.47.52.0	198.47.62.0</a:t>
            </a:r>
            <a:endParaRPr sz="2400" dirty="0">
              <a:latin typeface="Times New Roman"/>
              <a:cs typeface="Times New Roman"/>
            </a:endParaRPr>
          </a:p>
          <a:p>
            <a:pPr marL="13970">
              <a:spcBef>
                <a:spcPts val="1848"/>
              </a:spcBef>
              <a:tabLst>
                <a:tab pos="2025650" algn="l"/>
                <a:tab pos="4037330" algn="l"/>
                <a:tab pos="6049709" algn="l"/>
              </a:tabLst>
            </a:pPr>
            <a:r>
              <a:rPr sz="2400" b="1" spc="-6" dirty="0">
                <a:solidFill>
                  <a:srgbClr val="666699"/>
                </a:solidFill>
                <a:latin typeface="Times New Roman"/>
                <a:cs typeface="Times New Roman"/>
              </a:rPr>
              <a:t>198.47.31.0	198.47.32.0	198.47.33.0	198.47.52.0</a:t>
            </a:r>
            <a:endParaRPr sz="2400" dirty="0">
              <a:latin typeface="Times New Roman"/>
              <a:cs typeface="Times New Roman"/>
            </a:endParaRPr>
          </a:p>
          <a:p>
            <a:pPr marL="13970">
              <a:spcBef>
                <a:spcPts val="1848"/>
              </a:spcBef>
              <a:tabLst>
                <a:tab pos="2025650" algn="l"/>
                <a:tab pos="4037330" algn="l"/>
                <a:tab pos="6049709" algn="l"/>
              </a:tabLst>
            </a:pPr>
            <a:r>
              <a:rPr sz="2400" b="1" spc="-6" dirty="0">
                <a:solidFill>
                  <a:srgbClr val="666699"/>
                </a:solidFill>
                <a:latin typeface="Times New Roman"/>
                <a:cs typeface="Times New Roman"/>
              </a:rPr>
              <a:t>198.47.32.0	198.47.33.0	198.47.34.0	198.47.35.0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AC04A2-A15E-B940-B960-5ACB6D410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0269B-3FF7-874D-8ED1-2D9E2506D078}" type="slidenum">
              <a:rPr lang="en-US" smtClean="0"/>
              <a:pPr/>
              <a:t>58</a:t>
            </a:fld>
            <a:endParaRPr lang="en-US"/>
          </a:p>
        </p:txBody>
      </p:sp>
      <p:sp>
        <p:nvSpPr>
          <p:cNvPr id="5" name="object 5"/>
          <p:cNvSpPr txBox="1"/>
          <p:nvPr/>
        </p:nvSpPr>
        <p:spPr>
          <a:xfrm>
            <a:off x="134355" y="2710892"/>
            <a:ext cx="9129395" cy="1232902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3970" algn="l">
              <a:spcBef>
                <a:spcPts val="110"/>
              </a:spcBef>
              <a:tabLst>
                <a:tab pos="1073593" algn="l"/>
                <a:tab pos="1911795" algn="l"/>
                <a:tab pos="3196336" algn="l"/>
                <a:tab pos="3948619" algn="l"/>
                <a:tab pos="5288344" algn="l"/>
                <a:tab pos="5873687" algn="l"/>
                <a:tab pos="7942642" algn="l"/>
                <a:tab pos="8891905" algn="l"/>
              </a:tabLst>
            </a:pPr>
            <a:r>
              <a:rPr sz="3960" dirty="0">
                <a:solidFill>
                  <a:srgbClr val="003366"/>
                </a:solidFill>
                <a:latin typeface="Times New Roman"/>
                <a:cs typeface="Times New Roman"/>
              </a:rPr>
              <a:t>can	be	used	</a:t>
            </a:r>
            <a:r>
              <a:rPr sz="3960" spc="-6" dirty="0">
                <a:solidFill>
                  <a:srgbClr val="003366"/>
                </a:solidFill>
                <a:latin typeface="Times New Roman"/>
                <a:cs typeface="Times New Roman"/>
              </a:rPr>
              <a:t>t</a:t>
            </a:r>
            <a:r>
              <a:rPr sz="3960" dirty="0">
                <a:solidFill>
                  <a:srgbClr val="003366"/>
                </a:solidFill>
                <a:latin typeface="Times New Roman"/>
                <a:cs typeface="Times New Roman"/>
              </a:rPr>
              <a:t>o	form	a	</a:t>
            </a:r>
            <a:r>
              <a:rPr sz="3960" spc="11" dirty="0">
                <a:solidFill>
                  <a:srgbClr val="003366"/>
                </a:solidFill>
                <a:latin typeface="Times New Roman"/>
                <a:cs typeface="Times New Roman"/>
              </a:rPr>
              <a:t>s</a:t>
            </a:r>
            <a:r>
              <a:rPr sz="3960" dirty="0">
                <a:solidFill>
                  <a:srgbClr val="003366"/>
                </a:solidFill>
                <a:latin typeface="Times New Roman"/>
                <a:cs typeface="Times New Roman"/>
              </a:rPr>
              <a:t>uper</a:t>
            </a:r>
            <a:r>
              <a:rPr sz="3960" spc="6" dirty="0">
                <a:solidFill>
                  <a:srgbClr val="003366"/>
                </a:solidFill>
                <a:latin typeface="Times New Roman"/>
                <a:cs typeface="Times New Roman"/>
              </a:rPr>
              <a:t>n</a:t>
            </a:r>
            <a:r>
              <a:rPr sz="3960" dirty="0">
                <a:solidFill>
                  <a:srgbClr val="003366"/>
                </a:solidFill>
                <a:latin typeface="Times New Roman"/>
                <a:cs typeface="Times New Roman"/>
              </a:rPr>
              <a:t>et	for	a</a:t>
            </a:r>
            <a:r>
              <a:rPr lang="en-US" sz="3960" dirty="0">
                <a:solidFill>
                  <a:srgbClr val="003366"/>
                </a:solidFill>
                <a:latin typeface="Times New Roman"/>
                <a:cs typeface="Times New Roman"/>
              </a:rPr>
              <a:t> company?</a:t>
            </a:r>
            <a:endParaRPr sz="396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268980" y="1103376"/>
            <a:ext cx="2152777" cy="989076"/>
            <a:chOff x="2971800" y="899160"/>
            <a:chExt cx="1957070" cy="899160"/>
          </a:xfrm>
        </p:grpSpPr>
        <p:sp>
          <p:nvSpPr>
            <p:cNvPr id="3" name="object 3"/>
            <p:cNvSpPr/>
            <p:nvPr/>
          </p:nvSpPr>
          <p:spPr>
            <a:xfrm>
              <a:off x="3132201" y="981138"/>
              <a:ext cx="1643380" cy="617855"/>
            </a:xfrm>
            <a:custGeom>
              <a:avLst/>
              <a:gdLst/>
              <a:ahLst/>
              <a:cxnLst/>
              <a:rect l="l" t="t" r="r" b="b"/>
              <a:pathLst>
                <a:path w="1643379" h="617855">
                  <a:moveTo>
                    <a:pt x="1642999" y="0"/>
                  </a:moveTo>
                  <a:lnTo>
                    <a:pt x="0" y="0"/>
                  </a:lnTo>
                  <a:lnTo>
                    <a:pt x="0" y="617537"/>
                  </a:lnTo>
                  <a:lnTo>
                    <a:pt x="1642999" y="617537"/>
                  </a:lnTo>
                  <a:lnTo>
                    <a:pt x="164299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971800" y="899160"/>
              <a:ext cx="1956816" cy="89916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445421" y="1244544"/>
            <a:ext cx="1807718" cy="577657"/>
          </a:xfrm>
          <a:prstGeom prst="rect">
            <a:avLst/>
          </a:prstGeom>
          <a:ln w="38100">
            <a:solidFill>
              <a:srgbClr val="FF3300"/>
            </a:solidFill>
          </a:ln>
        </p:spPr>
        <p:txBody>
          <a:bodyPr vert="horz" wrap="square" lIns="0" tIns="35622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00584">
              <a:spcBef>
                <a:spcPts val="279"/>
              </a:spcBef>
            </a:pPr>
            <a:r>
              <a:rPr sz="3520" b="1" i="1" dirty="0">
                <a:latin typeface="Times New Roman"/>
                <a:cs typeface="Times New Roman"/>
              </a:rPr>
              <a:t>Solution</a:t>
            </a:r>
            <a:endParaRPr sz="3520">
              <a:latin typeface="Times New Roman"/>
              <a:cs typeface="Times New Roman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1DD2A3-0DE9-1741-8616-6BE93C982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0269B-3FF7-874D-8ED1-2D9E2506D078}" type="slidenum">
              <a:rPr lang="en-US" smtClean="0"/>
              <a:pPr/>
              <a:t>59</a:t>
            </a:fld>
            <a:endParaRPr lang="en-US"/>
          </a:p>
        </p:txBody>
      </p:sp>
      <p:sp>
        <p:nvSpPr>
          <p:cNvPr id="6" name="object 6"/>
          <p:cNvSpPr txBox="1"/>
          <p:nvPr/>
        </p:nvSpPr>
        <p:spPr>
          <a:xfrm>
            <a:off x="673354" y="2610012"/>
            <a:ext cx="8857677" cy="3165354"/>
          </a:xfrm>
          <a:prstGeom prst="rect">
            <a:avLst/>
          </a:prstGeom>
        </p:spPr>
        <p:txBody>
          <a:bodyPr vert="horz" wrap="square" lIns="0" tIns="282194" rIns="0" bIns="0" rtlCol="0">
            <a:spAutoFit/>
          </a:bodyPr>
          <a:lstStyle/>
          <a:p>
            <a:pPr marL="13970" algn="l">
              <a:spcBef>
                <a:spcPts val="2222"/>
              </a:spcBef>
            </a:pPr>
            <a:r>
              <a:rPr sz="3520" b="1" dirty="0">
                <a:solidFill>
                  <a:srgbClr val="003366"/>
                </a:solidFill>
                <a:latin typeface="Times New Roman"/>
                <a:cs typeface="Times New Roman"/>
              </a:rPr>
              <a:t>1</a:t>
            </a:r>
            <a:r>
              <a:rPr sz="3520" b="1" dirty="0">
                <a:solidFill>
                  <a:srgbClr val="666699"/>
                </a:solidFill>
                <a:latin typeface="Times New Roman"/>
                <a:cs typeface="Times New Roman"/>
              </a:rPr>
              <a:t>: No, </a:t>
            </a:r>
            <a:r>
              <a:rPr sz="3520" b="1" spc="-11" dirty="0">
                <a:solidFill>
                  <a:srgbClr val="666699"/>
                </a:solidFill>
                <a:latin typeface="Times New Roman"/>
                <a:cs typeface="Times New Roman"/>
              </a:rPr>
              <a:t>there </a:t>
            </a:r>
            <a:r>
              <a:rPr sz="3520" b="1" spc="-17" dirty="0">
                <a:solidFill>
                  <a:srgbClr val="666699"/>
                </a:solidFill>
                <a:latin typeface="Times New Roman"/>
                <a:cs typeface="Times New Roman"/>
              </a:rPr>
              <a:t>are </a:t>
            </a:r>
            <a:r>
              <a:rPr sz="3520" b="1" dirty="0">
                <a:solidFill>
                  <a:srgbClr val="666699"/>
                </a:solidFill>
                <a:latin typeface="Times New Roman"/>
                <a:cs typeface="Times New Roman"/>
              </a:rPr>
              <a:t>only </a:t>
            </a:r>
            <a:r>
              <a:rPr sz="3520" b="1" spc="-17" dirty="0">
                <a:solidFill>
                  <a:srgbClr val="666699"/>
                </a:solidFill>
                <a:latin typeface="Times New Roman"/>
                <a:cs typeface="Times New Roman"/>
              </a:rPr>
              <a:t>three</a:t>
            </a:r>
            <a:r>
              <a:rPr sz="3520" b="1" spc="-50" dirty="0">
                <a:solidFill>
                  <a:srgbClr val="666699"/>
                </a:solidFill>
                <a:latin typeface="Times New Roman"/>
                <a:cs typeface="Times New Roman"/>
              </a:rPr>
              <a:t> </a:t>
            </a:r>
            <a:r>
              <a:rPr sz="3520" b="1" spc="-6" dirty="0">
                <a:solidFill>
                  <a:srgbClr val="666699"/>
                </a:solidFill>
                <a:latin typeface="Times New Roman"/>
                <a:cs typeface="Times New Roman"/>
              </a:rPr>
              <a:t>blocks.</a:t>
            </a:r>
            <a:endParaRPr sz="3520" dirty="0">
              <a:latin typeface="Times New Roman"/>
              <a:cs typeface="Times New Roman"/>
            </a:endParaRPr>
          </a:p>
          <a:p>
            <a:pPr marL="13970" algn="l">
              <a:spcBef>
                <a:spcPts val="2112"/>
              </a:spcBef>
            </a:pPr>
            <a:r>
              <a:rPr sz="3520" b="1" dirty="0">
                <a:solidFill>
                  <a:srgbClr val="003366"/>
                </a:solidFill>
                <a:latin typeface="Times New Roman"/>
                <a:cs typeface="Times New Roman"/>
              </a:rPr>
              <a:t>2</a:t>
            </a:r>
            <a:r>
              <a:rPr sz="3520" b="1" dirty="0">
                <a:solidFill>
                  <a:srgbClr val="666699"/>
                </a:solidFill>
                <a:latin typeface="Times New Roman"/>
                <a:cs typeface="Times New Roman"/>
              </a:rPr>
              <a:t>: No, the </a:t>
            </a:r>
            <a:r>
              <a:rPr sz="3520" b="1" spc="-6" dirty="0">
                <a:solidFill>
                  <a:srgbClr val="666699"/>
                </a:solidFill>
                <a:latin typeface="Times New Roman"/>
                <a:cs typeface="Times New Roman"/>
              </a:rPr>
              <a:t>blocks </a:t>
            </a:r>
            <a:r>
              <a:rPr sz="3520" b="1" spc="-17" dirty="0">
                <a:solidFill>
                  <a:srgbClr val="666699"/>
                </a:solidFill>
                <a:latin typeface="Times New Roman"/>
                <a:cs typeface="Times New Roman"/>
              </a:rPr>
              <a:t>are </a:t>
            </a:r>
            <a:r>
              <a:rPr sz="3520" b="1" spc="-6" dirty="0">
                <a:solidFill>
                  <a:srgbClr val="666699"/>
                </a:solidFill>
                <a:latin typeface="Times New Roman"/>
                <a:cs typeface="Times New Roman"/>
              </a:rPr>
              <a:t>not</a:t>
            </a:r>
            <a:r>
              <a:rPr sz="3520" b="1" spc="-50" dirty="0">
                <a:solidFill>
                  <a:srgbClr val="666699"/>
                </a:solidFill>
                <a:latin typeface="Times New Roman"/>
                <a:cs typeface="Times New Roman"/>
              </a:rPr>
              <a:t> </a:t>
            </a:r>
            <a:r>
              <a:rPr sz="3520" b="1" spc="-6" dirty="0">
                <a:solidFill>
                  <a:srgbClr val="666699"/>
                </a:solidFill>
                <a:latin typeface="Times New Roman"/>
                <a:cs typeface="Times New Roman"/>
              </a:rPr>
              <a:t>contiguous.</a:t>
            </a:r>
            <a:endParaRPr sz="3520" dirty="0">
              <a:latin typeface="Times New Roman"/>
              <a:cs typeface="Times New Roman"/>
            </a:endParaRPr>
          </a:p>
          <a:p>
            <a:pPr marL="13970" marR="5588" algn="l">
              <a:lnSpc>
                <a:spcPct val="150000"/>
              </a:lnSpc>
              <a:spcBef>
                <a:spcPts val="6"/>
              </a:spcBef>
            </a:pPr>
            <a:r>
              <a:rPr sz="3520" b="1" dirty="0">
                <a:solidFill>
                  <a:srgbClr val="003366"/>
                </a:solidFill>
                <a:latin typeface="Times New Roman"/>
                <a:cs typeface="Times New Roman"/>
              </a:rPr>
              <a:t>3</a:t>
            </a:r>
            <a:r>
              <a:rPr sz="3520" b="1" dirty="0">
                <a:solidFill>
                  <a:srgbClr val="666699"/>
                </a:solidFill>
                <a:latin typeface="Times New Roman"/>
                <a:cs typeface="Times New Roman"/>
              </a:rPr>
              <a:t>: No, 31 </a:t>
            </a:r>
            <a:r>
              <a:rPr sz="3520" b="1" spc="-6" dirty="0">
                <a:solidFill>
                  <a:srgbClr val="666699"/>
                </a:solidFill>
                <a:latin typeface="Times New Roman"/>
                <a:cs typeface="Times New Roman"/>
              </a:rPr>
              <a:t>in </a:t>
            </a:r>
            <a:r>
              <a:rPr sz="3520" b="1" dirty="0">
                <a:solidFill>
                  <a:srgbClr val="666699"/>
                </a:solidFill>
                <a:latin typeface="Times New Roman"/>
                <a:cs typeface="Times New Roman"/>
              </a:rPr>
              <a:t>the first </a:t>
            </a:r>
            <a:r>
              <a:rPr sz="3520" b="1" spc="-6" dirty="0">
                <a:solidFill>
                  <a:srgbClr val="666699"/>
                </a:solidFill>
                <a:latin typeface="Times New Roman"/>
                <a:cs typeface="Times New Roman"/>
              </a:rPr>
              <a:t>block is not divisible by </a:t>
            </a:r>
            <a:r>
              <a:rPr sz="3520" b="1" dirty="0">
                <a:solidFill>
                  <a:srgbClr val="666699"/>
                </a:solidFill>
                <a:latin typeface="Times New Roman"/>
                <a:cs typeface="Times New Roman"/>
              </a:rPr>
              <a:t>4.  </a:t>
            </a:r>
            <a:r>
              <a:rPr sz="3520" b="1" dirty="0">
                <a:solidFill>
                  <a:srgbClr val="003366"/>
                </a:solidFill>
                <a:latin typeface="Times New Roman"/>
                <a:cs typeface="Times New Roman"/>
              </a:rPr>
              <a:t>4</a:t>
            </a:r>
            <a:r>
              <a:rPr sz="3520" b="1" dirty="0">
                <a:solidFill>
                  <a:srgbClr val="666699"/>
                </a:solidFill>
                <a:latin typeface="Times New Roman"/>
                <a:cs typeface="Times New Roman"/>
              </a:rPr>
              <a:t>: </a:t>
            </a:r>
            <a:r>
              <a:rPr sz="3520" b="1" spc="-99" dirty="0">
                <a:solidFill>
                  <a:srgbClr val="666699"/>
                </a:solidFill>
                <a:latin typeface="Times New Roman"/>
                <a:cs typeface="Times New Roman"/>
              </a:rPr>
              <a:t>Yes, </a:t>
            </a:r>
            <a:r>
              <a:rPr sz="3520" b="1" dirty="0">
                <a:solidFill>
                  <a:srgbClr val="666699"/>
                </a:solidFill>
                <a:latin typeface="Times New Roman"/>
                <a:cs typeface="Times New Roman"/>
              </a:rPr>
              <a:t>all </a:t>
            </a:r>
            <a:r>
              <a:rPr sz="3520" b="1" spc="-17" dirty="0">
                <a:solidFill>
                  <a:srgbClr val="666699"/>
                </a:solidFill>
                <a:latin typeface="Times New Roman"/>
                <a:cs typeface="Times New Roman"/>
              </a:rPr>
              <a:t>three </a:t>
            </a:r>
            <a:r>
              <a:rPr sz="3520" b="1" spc="-11" dirty="0">
                <a:solidFill>
                  <a:srgbClr val="666699"/>
                </a:solidFill>
                <a:latin typeface="Times New Roman"/>
                <a:cs typeface="Times New Roman"/>
              </a:rPr>
              <a:t>requirements </a:t>
            </a:r>
            <a:r>
              <a:rPr sz="3520" b="1" spc="-17" dirty="0">
                <a:solidFill>
                  <a:srgbClr val="666699"/>
                </a:solidFill>
                <a:latin typeface="Times New Roman"/>
                <a:cs typeface="Times New Roman"/>
              </a:rPr>
              <a:t>are</a:t>
            </a:r>
            <a:r>
              <a:rPr sz="3520" b="1" spc="-55" dirty="0">
                <a:solidFill>
                  <a:srgbClr val="666699"/>
                </a:solidFill>
                <a:latin typeface="Times New Roman"/>
                <a:cs typeface="Times New Roman"/>
              </a:rPr>
              <a:t> </a:t>
            </a:r>
            <a:r>
              <a:rPr sz="3520" b="1" spc="-6" dirty="0">
                <a:solidFill>
                  <a:srgbClr val="666699"/>
                </a:solidFill>
                <a:latin typeface="Times New Roman"/>
                <a:cs typeface="Times New Roman"/>
              </a:rPr>
              <a:t>fulfilled.</a:t>
            </a:r>
            <a:endParaRPr sz="352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274763" y="3141878"/>
            <a:ext cx="8193405" cy="2923921"/>
            <a:chOff x="1158875" y="2752344"/>
            <a:chExt cx="7448550" cy="2658110"/>
          </a:xfrm>
        </p:grpSpPr>
        <p:sp>
          <p:nvSpPr>
            <p:cNvPr id="3" name="object 3"/>
            <p:cNvSpPr/>
            <p:nvPr/>
          </p:nvSpPr>
          <p:spPr>
            <a:xfrm>
              <a:off x="1187450" y="2852801"/>
              <a:ext cx="7391400" cy="2346325"/>
            </a:xfrm>
            <a:custGeom>
              <a:avLst/>
              <a:gdLst/>
              <a:ahLst/>
              <a:cxnLst/>
              <a:rect l="l" t="t" r="r" b="b"/>
              <a:pathLst>
                <a:path w="7391400" h="2346325">
                  <a:moveTo>
                    <a:pt x="7391400" y="0"/>
                  </a:moveTo>
                  <a:lnTo>
                    <a:pt x="0" y="0"/>
                  </a:lnTo>
                  <a:lnTo>
                    <a:pt x="0" y="2346325"/>
                  </a:lnTo>
                  <a:lnTo>
                    <a:pt x="7391400" y="2346325"/>
                  </a:lnTo>
                  <a:lnTo>
                    <a:pt x="7391400" y="0"/>
                  </a:lnTo>
                  <a:close/>
                </a:path>
              </a:pathLst>
            </a:custGeom>
            <a:solidFill>
              <a:srgbClr val="99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187450" y="2852801"/>
              <a:ext cx="7391400" cy="2346325"/>
            </a:xfrm>
            <a:custGeom>
              <a:avLst/>
              <a:gdLst/>
              <a:ahLst/>
              <a:cxnLst/>
              <a:rect l="l" t="t" r="r" b="b"/>
              <a:pathLst>
                <a:path w="7391400" h="2346325">
                  <a:moveTo>
                    <a:pt x="0" y="2346325"/>
                  </a:moveTo>
                  <a:lnTo>
                    <a:pt x="7391400" y="2346325"/>
                  </a:lnTo>
                  <a:lnTo>
                    <a:pt x="7391400" y="0"/>
                  </a:lnTo>
                  <a:lnTo>
                    <a:pt x="0" y="0"/>
                  </a:lnTo>
                  <a:lnTo>
                    <a:pt x="0" y="2346325"/>
                  </a:lnTo>
                  <a:close/>
                </a:path>
              </a:pathLst>
            </a:custGeom>
            <a:ln w="57150">
              <a:solidFill>
                <a:srgbClr val="FF33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278123" y="2752344"/>
              <a:ext cx="3355848" cy="101193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690116" y="3300984"/>
              <a:ext cx="6531864" cy="1011936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748027" y="3849624"/>
              <a:ext cx="6417564" cy="1011936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796795" y="4398264"/>
              <a:ext cx="6202680" cy="1011936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4068692" y="1261586"/>
            <a:ext cx="2284095" cy="782320"/>
            <a:chOff x="3698811" y="1042987"/>
            <a:chExt cx="2076450" cy="711200"/>
          </a:xfrm>
        </p:grpSpPr>
        <p:sp>
          <p:nvSpPr>
            <p:cNvPr id="11" name="object 11"/>
            <p:cNvSpPr/>
            <p:nvPr/>
          </p:nvSpPr>
          <p:spPr>
            <a:xfrm>
              <a:off x="3708399" y="1052449"/>
              <a:ext cx="2057400" cy="69215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703573" y="1047750"/>
              <a:ext cx="2066925" cy="701675"/>
            </a:xfrm>
            <a:custGeom>
              <a:avLst/>
              <a:gdLst/>
              <a:ahLst/>
              <a:cxnLst/>
              <a:rect l="l" t="t" r="r" b="b"/>
              <a:pathLst>
                <a:path w="2066925" h="701675">
                  <a:moveTo>
                    <a:pt x="0" y="701675"/>
                  </a:moveTo>
                  <a:lnTo>
                    <a:pt x="2066925" y="701675"/>
                  </a:lnTo>
                  <a:lnTo>
                    <a:pt x="2066925" y="0"/>
                  </a:lnTo>
                  <a:lnTo>
                    <a:pt x="0" y="0"/>
                  </a:lnTo>
                  <a:lnTo>
                    <a:pt x="0" y="701675"/>
                  </a:lnTo>
                  <a:close/>
                </a:path>
              </a:pathLst>
            </a:custGeom>
            <a:ln w="9525">
              <a:solidFill>
                <a:srgbClr val="FF33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5F24B75E-52D0-8B4E-B3E9-0AF14C6DF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60</a:t>
            </a:fld>
            <a:endParaRPr lang="en-US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51460" y="2293620"/>
            <a:ext cx="9083993" cy="3384233"/>
            <a:chOff x="228600" y="1981200"/>
            <a:chExt cx="8258175" cy="3076575"/>
          </a:xfrm>
        </p:grpSpPr>
        <p:sp>
          <p:nvSpPr>
            <p:cNvPr id="3" name="object 3"/>
            <p:cNvSpPr/>
            <p:nvPr/>
          </p:nvSpPr>
          <p:spPr>
            <a:xfrm>
              <a:off x="685800" y="2133600"/>
              <a:ext cx="7772400" cy="28956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85800" y="2133600"/>
              <a:ext cx="7772400" cy="2895600"/>
            </a:xfrm>
            <a:custGeom>
              <a:avLst/>
              <a:gdLst/>
              <a:ahLst/>
              <a:cxnLst/>
              <a:rect l="l" t="t" r="r" b="b"/>
              <a:pathLst>
                <a:path w="7772400" h="2895600">
                  <a:moveTo>
                    <a:pt x="0" y="2895600"/>
                  </a:moveTo>
                  <a:lnTo>
                    <a:pt x="7772400" y="2895600"/>
                  </a:lnTo>
                  <a:lnTo>
                    <a:pt x="7772400" y="0"/>
                  </a:lnTo>
                  <a:lnTo>
                    <a:pt x="0" y="0"/>
                  </a:lnTo>
                  <a:lnTo>
                    <a:pt x="0" y="2895600"/>
                  </a:lnTo>
                  <a:close/>
                </a:path>
              </a:pathLst>
            </a:custGeom>
            <a:ln w="57150">
              <a:solidFill>
                <a:srgbClr val="FF33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854518" y="2481517"/>
            <a:ext cx="6348667" cy="306109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algn="ctr">
              <a:spcBef>
                <a:spcPts val="110"/>
              </a:spcBef>
            </a:pPr>
            <a:r>
              <a:rPr sz="3960" b="1" spc="-6" dirty="0">
                <a:solidFill>
                  <a:srgbClr val="003366"/>
                </a:solidFill>
                <a:latin typeface="Times New Roman"/>
                <a:cs typeface="Times New Roman"/>
              </a:rPr>
              <a:t>In</a:t>
            </a:r>
            <a:r>
              <a:rPr sz="3960" b="1" spc="-17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3960" b="1" spc="-6" dirty="0">
                <a:solidFill>
                  <a:srgbClr val="003366"/>
                </a:solidFill>
                <a:latin typeface="Times New Roman"/>
                <a:cs typeface="Times New Roman"/>
              </a:rPr>
              <a:t>supernetting,</a:t>
            </a:r>
            <a:endParaRPr sz="3960">
              <a:latin typeface="Times New Roman"/>
              <a:cs typeface="Times New Roman"/>
            </a:endParaRPr>
          </a:p>
          <a:p>
            <a:pPr marL="251460" marR="243777" algn="ctr"/>
            <a:r>
              <a:rPr sz="3960" b="1" spc="-6" dirty="0">
                <a:solidFill>
                  <a:srgbClr val="003366"/>
                </a:solidFill>
                <a:latin typeface="Times New Roman"/>
                <a:cs typeface="Times New Roman"/>
              </a:rPr>
              <a:t>we need the first </a:t>
            </a:r>
            <a:r>
              <a:rPr sz="3960" b="1" spc="-11" dirty="0">
                <a:solidFill>
                  <a:srgbClr val="003366"/>
                </a:solidFill>
                <a:latin typeface="Times New Roman"/>
                <a:cs typeface="Times New Roman"/>
              </a:rPr>
              <a:t>address of  </a:t>
            </a:r>
            <a:r>
              <a:rPr sz="3960" b="1" spc="-6" dirty="0">
                <a:solidFill>
                  <a:srgbClr val="003366"/>
                </a:solidFill>
                <a:latin typeface="Times New Roman"/>
                <a:cs typeface="Times New Roman"/>
              </a:rPr>
              <a:t>the</a:t>
            </a:r>
            <a:r>
              <a:rPr sz="3960" b="1" spc="-11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3960" b="1" spc="-6" dirty="0">
                <a:solidFill>
                  <a:srgbClr val="003366"/>
                </a:solidFill>
                <a:latin typeface="Times New Roman"/>
                <a:cs typeface="Times New Roman"/>
              </a:rPr>
              <a:t>supernet</a:t>
            </a:r>
            <a:endParaRPr sz="3960">
              <a:latin typeface="Times New Roman"/>
              <a:cs typeface="Times New Roman"/>
            </a:endParaRPr>
          </a:p>
          <a:p>
            <a:pPr marL="13970" marR="5588" indent="699" algn="ctr"/>
            <a:r>
              <a:rPr sz="3960" b="1" dirty="0">
                <a:solidFill>
                  <a:srgbClr val="003366"/>
                </a:solidFill>
                <a:latin typeface="Times New Roman"/>
                <a:cs typeface="Times New Roman"/>
              </a:rPr>
              <a:t>and </a:t>
            </a:r>
            <a:r>
              <a:rPr sz="3960" b="1" spc="-6" dirty="0">
                <a:solidFill>
                  <a:srgbClr val="003366"/>
                </a:solidFill>
                <a:latin typeface="Times New Roman"/>
                <a:cs typeface="Times New Roman"/>
              </a:rPr>
              <a:t>the supernet mask to  define the </a:t>
            </a:r>
            <a:r>
              <a:rPr sz="3960" b="1" dirty="0">
                <a:solidFill>
                  <a:srgbClr val="003366"/>
                </a:solidFill>
                <a:latin typeface="Times New Roman"/>
                <a:cs typeface="Times New Roman"/>
              </a:rPr>
              <a:t>range of</a:t>
            </a:r>
            <a:r>
              <a:rPr sz="3960" b="1" spc="-5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3960" b="1" spc="-11" dirty="0">
                <a:solidFill>
                  <a:srgbClr val="003366"/>
                </a:solidFill>
                <a:latin typeface="Times New Roman"/>
                <a:cs typeface="Times New Roman"/>
              </a:rPr>
              <a:t>addresses.</a:t>
            </a:r>
            <a:endParaRPr sz="396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70560" y="1623060"/>
            <a:ext cx="2263140" cy="76136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553C27-B275-A54E-B90C-ECEE91E98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61</a:t>
            </a:fld>
            <a:endParaRPr lang="en-US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90124" y="1984604"/>
            <a:ext cx="8121739" cy="498198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099272" y="242476"/>
            <a:ext cx="5927471" cy="1097480"/>
          </a:xfrm>
          <a:prstGeom prst="rect">
            <a:avLst/>
          </a:prstGeom>
        </p:spPr>
        <p:txBody>
          <a:bodyPr vert="horz" wrap="square" lIns="0" tIns="1397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116902" marR="5588" indent="-1103630">
              <a:spcBef>
                <a:spcPts val="110"/>
              </a:spcBef>
            </a:pPr>
            <a:r>
              <a:rPr sz="3520" b="1" dirty="0">
                <a:latin typeface="Times New Roman"/>
                <a:cs typeface="Times New Roman"/>
              </a:rPr>
              <a:t>Comparison of subnet,</a:t>
            </a:r>
            <a:r>
              <a:rPr sz="3520" b="1" spc="-121" dirty="0">
                <a:latin typeface="Times New Roman"/>
                <a:cs typeface="Times New Roman"/>
              </a:rPr>
              <a:t> </a:t>
            </a:r>
            <a:r>
              <a:rPr sz="3520" b="1" dirty="0">
                <a:latin typeface="Times New Roman"/>
                <a:cs typeface="Times New Roman"/>
              </a:rPr>
              <a:t>default,  and supernet</a:t>
            </a:r>
            <a:r>
              <a:rPr sz="3520" b="1" spc="-55" dirty="0">
                <a:latin typeface="Times New Roman"/>
                <a:cs typeface="Times New Roman"/>
              </a:rPr>
              <a:t> </a:t>
            </a:r>
            <a:r>
              <a:rPr sz="3520" b="1" dirty="0">
                <a:latin typeface="Times New Roman"/>
                <a:cs typeface="Times New Roman"/>
              </a:rPr>
              <a:t>masks</a:t>
            </a:r>
            <a:endParaRPr sz="3520">
              <a:latin typeface="Times New Roman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59FC73-C8A0-EC44-B6D9-DE3EA8453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0269B-3FF7-874D-8ED1-2D9E2506D078}" type="slidenum">
              <a:rPr lang="en-US" smtClean="0"/>
              <a:pPr/>
              <a:t>62</a:t>
            </a:fld>
            <a:endParaRPr lang="en-US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298289" y="865326"/>
            <a:ext cx="2897378" cy="989076"/>
            <a:chOff x="3907535" y="682751"/>
            <a:chExt cx="2633980" cy="899160"/>
          </a:xfrm>
        </p:grpSpPr>
        <p:sp>
          <p:nvSpPr>
            <p:cNvPr id="3" name="object 3"/>
            <p:cNvSpPr/>
            <p:nvPr/>
          </p:nvSpPr>
          <p:spPr>
            <a:xfrm>
              <a:off x="4067174" y="765238"/>
              <a:ext cx="2322830" cy="617855"/>
            </a:xfrm>
            <a:custGeom>
              <a:avLst/>
              <a:gdLst/>
              <a:ahLst/>
              <a:cxnLst/>
              <a:rect l="l" t="t" r="r" b="b"/>
              <a:pathLst>
                <a:path w="2322829" h="617855">
                  <a:moveTo>
                    <a:pt x="2322576" y="0"/>
                  </a:moveTo>
                  <a:lnTo>
                    <a:pt x="0" y="0"/>
                  </a:lnTo>
                  <a:lnTo>
                    <a:pt x="0" y="617537"/>
                  </a:lnTo>
                  <a:lnTo>
                    <a:pt x="2322576" y="617537"/>
                  </a:lnTo>
                  <a:lnTo>
                    <a:pt x="2322576" y="0"/>
                  </a:lnTo>
                  <a:close/>
                </a:path>
              </a:pathLst>
            </a:custGeom>
            <a:solidFill>
              <a:srgbClr val="33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907535" y="682751"/>
              <a:ext cx="2633471" cy="89916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63848" y="2306580"/>
            <a:ext cx="9409336" cy="506549"/>
          </a:xfrm>
          <a:prstGeom prst="rect">
            <a:avLst/>
          </a:prstGeom>
        </p:spPr>
        <p:txBody>
          <a:bodyPr vert="horz" wrap="square" lIns="0" tIns="1397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3970">
              <a:spcBef>
                <a:spcPts val="110"/>
              </a:spcBef>
            </a:pPr>
            <a:r>
              <a:rPr sz="3200" spc="-160" dirty="0"/>
              <a:t>We</a:t>
            </a:r>
            <a:r>
              <a:rPr sz="3200" spc="457" dirty="0"/>
              <a:t> </a:t>
            </a:r>
            <a:r>
              <a:rPr sz="3200" dirty="0"/>
              <a:t>need</a:t>
            </a:r>
            <a:r>
              <a:rPr sz="3200" spc="473" dirty="0"/>
              <a:t> </a:t>
            </a:r>
            <a:r>
              <a:rPr sz="3200" spc="-6" dirty="0"/>
              <a:t>to</a:t>
            </a:r>
            <a:r>
              <a:rPr sz="3200" spc="462" dirty="0"/>
              <a:t> </a:t>
            </a:r>
            <a:r>
              <a:rPr sz="3200" dirty="0"/>
              <a:t>make</a:t>
            </a:r>
            <a:r>
              <a:rPr sz="3200" spc="473" dirty="0"/>
              <a:t> </a:t>
            </a:r>
            <a:r>
              <a:rPr sz="3200" dirty="0"/>
              <a:t>a</a:t>
            </a:r>
            <a:r>
              <a:rPr sz="3200" spc="462" dirty="0"/>
              <a:t> </a:t>
            </a:r>
            <a:r>
              <a:rPr sz="3200" spc="-6" dirty="0"/>
              <a:t>supernetwork</a:t>
            </a:r>
            <a:r>
              <a:rPr sz="3200" spc="477" dirty="0"/>
              <a:t> </a:t>
            </a:r>
            <a:r>
              <a:rPr sz="3200" dirty="0"/>
              <a:t>out</a:t>
            </a:r>
            <a:r>
              <a:rPr sz="3200" spc="457" dirty="0"/>
              <a:t> </a:t>
            </a:r>
            <a:r>
              <a:rPr sz="3200" dirty="0"/>
              <a:t>of</a:t>
            </a:r>
            <a:r>
              <a:rPr sz="3200" spc="468" dirty="0"/>
              <a:t> </a:t>
            </a:r>
            <a:r>
              <a:rPr sz="3200" dirty="0"/>
              <a:t>16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A9A6D9D-0058-8E46-8716-16921C24C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0269B-3FF7-874D-8ED1-2D9E2506D078}" type="slidenum">
              <a:rPr lang="en-US" smtClean="0"/>
              <a:pPr/>
              <a:t>63</a:t>
            </a:fld>
            <a:endParaRPr lang="en-US"/>
          </a:p>
        </p:txBody>
      </p:sp>
      <p:sp>
        <p:nvSpPr>
          <p:cNvPr id="7" name="object 7"/>
          <p:cNvSpPr txBox="1"/>
          <p:nvPr/>
        </p:nvSpPr>
        <p:spPr>
          <a:xfrm>
            <a:off x="563848" y="2787501"/>
            <a:ext cx="8682355" cy="6235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3970">
              <a:spcBef>
                <a:spcPts val="110"/>
              </a:spcBef>
            </a:pPr>
            <a:r>
              <a:rPr sz="3960" dirty="0">
                <a:solidFill>
                  <a:srgbClr val="003366"/>
                </a:solidFill>
                <a:latin typeface="Times New Roman"/>
                <a:cs typeface="Times New Roman"/>
              </a:rPr>
              <a:t>class C </a:t>
            </a:r>
            <a:r>
              <a:rPr sz="3960" spc="-6" dirty="0">
                <a:solidFill>
                  <a:srgbClr val="003366"/>
                </a:solidFill>
                <a:latin typeface="Times New Roman"/>
                <a:cs typeface="Times New Roman"/>
              </a:rPr>
              <a:t>blocks. </a:t>
            </a:r>
            <a:r>
              <a:rPr sz="3960" dirty="0">
                <a:solidFill>
                  <a:srgbClr val="003366"/>
                </a:solidFill>
                <a:latin typeface="Times New Roman"/>
                <a:cs typeface="Times New Roman"/>
              </a:rPr>
              <a:t>What </a:t>
            </a:r>
            <a:r>
              <a:rPr sz="3960" spc="-6" dirty="0">
                <a:solidFill>
                  <a:srgbClr val="003366"/>
                </a:solidFill>
                <a:latin typeface="Times New Roman"/>
                <a:cs typeface="Times New Roman"/>
              </a:rPr>
              <a:t>is </a:t>
            </a:r>
            <a:r>
              <a:rPr sz="3960" dirty="0">
                <a:solidFill>
                  <a:srgbClr val="003366"/>
                </a:solidFill>
                <a:latin typeface="Times New Roman"/>
                <a:cs typeface="Times New Roman"/>
              </a:rPr>
              <a:t>the </a:t>
            </a:r>
            <a:r>
              <a:rPr sz="3960" spc="-6" dirty="0">
                <a:solidFill>
                  <a:srgbClr val="003366"/>
                </a:solidFill>
                <a:latin typeface="Times New Roman"/>
                <a:cs typeface="Times New Roman"/>
              </a:rPr>
              <a:t>supernet</a:t>
            </a:r>
            <a:r>
              <a:rPr sz="3960" spc="-10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3960" dirty="0">
                <a:solidFill>
                  <a:srgbClr val="003366"/>
                </a:solidFill>
                <a:latin typeface="Times New Roman"/>
                <a:cs typeface="Times New Roman"/>
              </a:rPr>
              <a:t>mask?</a:t>
            </a:r>
            <a:endParaRPr sz="3960" dirty="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224396" y="3411005"/>
            <a:ext cx="2152498" cy="98907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3400279" y="3502300"/>
            <a:ext cx="1807718" cy="579069"/>
          </a:xfrm>
          <a:prstGeom prst="rect">
            <a:avLst/>
          </a:prstGeom>
          <a:ln w="38100">
            <a:solidFill>
              <a:srgbClr val="FF3300"/>
            </a:solidFill>
          </a:ln>
        </p:spPr>
        <p:txBody>
          <a:bodyPr vert="horz" wrap="square" lIns="0" tIns="37021" rIns="0" bIns="0" rtlCol="0">
            <a:spAutoFit/>
          </a:bodyPr>
          <a:lstStyle/>
          <a:p>
            <a:pPr marL="100584">
              <a:spcBef>
                <a:spcPts val="292"/>
              </a:spcBef>
            </a:pPr>
            <a:r>
              <a:rPr sz="3520" b="1" i="1" dirty="0">
                <a:solidFill>
                  <a:srgbClr val="003366"/>
                </a:solidFill>
                <a:latin typeface="Times New Roman"/>
                <a:cs typeface="Times New Roman"/>
              </a:rPr>
              <a:t>Solution</a:t>
            </a:r>
            <a:endParaRPr sz="352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90722" y="4399523"/>
            <a:ext cx="9299829" cy="2539926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3970" marR="5588" algn="l">
              <a:spcBef>
                <a:spcPts val="110"/>
              </a:spcBef>
            </a:pPr>
            <a:r>
              <a:rPr sz="2640" spc="-121" dirty="0">
                <a:solidFill>
                  <a:srgbClr val="666699"/>
                </a:solidFill>
                <a:latin typeface="Times New Roman"/>
                <a:cs typeface="Times New Roman"/>
              </a:rPr>
              <a:t>We </a:t>
            </a:r>
            <a:r>
              <a:rPr sz="2640" dirty="0">
                <a:solidFill>
                  <a:srgbClr val="666699"/>
                </a:solidFill>
                <a:latin typeface="Times New Roman"/>
                <a:cs typeface="Times New Roman"/>
              </a:rPr>
              <a:t>need 16 blocks. </a:t>
            </a:r>
            <a:r>
              <a:rPr sz="2640" spc="-6" dirty="0">
                <a:solidFill>
                  <a:srgbClr val="666699"/>
                </a:solidFill>
                <a:latin typeface="Times New Roman"/>
                <a:cs typeface="Times New Roman"/>
              </a:rPr>
              <a:t>For </a:t>
            </a:r>
            <a:r>
              <a:rPr sz="2640" dirty="0">
                <a:solidFill>
                  <a:srgbClr val="666699"/>
                </a:solidFill>
                <a:latin typeface="Times New Roman"/>
                <a:cs typeface="Times New Roman"/>
              </a:rPr>
              <a:t>16 blocks </a:t>
            </a:r>
            <a:r>
              <a:rPr sz="2640" spc="-6" dirty="0">
                <a:solidFill>
                  <a:srgbClr val="666699"/>
                </a:solidFill>
                <a:latin typeface="Times New Roman"/>
                <a:cs typeface="Times New Roman"/>
              </a:rPr>
              <a:t>we need </a:t>
            </a:r>
            <a:r>
              <a:rPr sz="2640" dirty="0">
                <a:solidFill>
                  <a:srgbClr val="666699"/>
                </a:solidFill>
                <a:latin typeface="Times New Roman"/>
                <a:cs typeface="Times New Roman"/>
              </a:rPr>
              <a:t>to </a:t>
            </a:r>
            <a:r>
              <a:rPr sz="2640" spc="-6" dirty="0">
                <a:solidFill>
                  <a:srgbClr val="666699"/>
                </a:solidFill>
                <a:latin typeface="Times New Roman"/>
                <a:cs typeface="Times New Roman"/>
              </a:rPr>
              <a:t>change </a:t>
            </a:r>
            <a:r>
              <a:rPr sz="2640" dirty="0">
                <a:solidFill>
                  <a:srgbClr val="666699"/>
                </a:solidFill>
                <a:latin typeface="Times New Roman"/>
                <a:cs typeface="Times New Roman"/>
              </a:rPr>
              <a:t>four 1s to 0s </a:t>
            </a:r>
            <a:r>
              <a:rPr sz="2640" spc="-11" dirty="0">
                <a:solidFill>
                  <a:srgbClr val="666699"/>
                </a:solidFill>
                <a:latin typeface="Times New Roman"/>
                <a:cs typeface="Times New Roman"/>
              </a:rPr>
              <a:t>in  </a:t>
            </a:r>
            <a:r>
              <a:rPr sz="2640" dirty="0">
                <a:solidFill>
                  <a:srgbClr val="666699"/>
                </a:solidFill>
                <a:latin typeface="Times New Roman"/>
                <a:cs typeface="Times New Roman"/>
              </a:rPr>
              <a:t>the </a:t>
            </a:r>
            <a:r>
              <a:rPr sz="2640" spc="-6" dirty="0">
                <a:solidFill>
                  <a:srgbClr val="666699"/>
                </a:solidFill>
                <a:latin typeface="Times New Roman"/>
                <a:cs typeface="Times New Roman"/>
              </a:rPr>
              <a:t>default mask. So </a:t>
            </a:r>
            <a:r>
              <a:rPr sz="2640" dirty="0">
                <a:solidFill>
                  <a:srgbClr val="666699"/>
                </a:solidFill>
                <a:latin typeface="Times New Roman"/>
                <a:cs typeface="Times New Roman"/>
              </a:rPr>
              <a:t>the </a:t>
            </a:r>
            <a:r>
              <a:rPr sz="2640" spc="-6" dirty="0">
                <a:solidFill>
                  <a:srgbClr val="666699"/>
                </a:solidFill>
                <a:latin typeface="Times New Roman"/>
                <a:cs typeface="Times New Roman"/>
              </a:rPr>
              <a:t>mask</a:t>
            </a:r>
            <a:r>
              <a:rPr sz="2640" spc="-17" dirty="0">
                <a:solidFill>
                  <a:srgbClr val="666699"/>
                </a:solidFill>
                <a:latin typeface="Times New Roman"/>
                <a:cs typeface="Times New Roman"/>
              </a:rPr>
              <a:t> </a:t>
            </a:r>
            <a:r>
              <a:rPr sz="2640" dirty="0">
                <a:solidFill>
                  <a:srgbClr val="666699"/>
                </a:solidFill>
                <a:latin typeface="Times New Roman"/>
                <a:cs typeface="Times New Roman"/>
              </a:rPr>
              <a:t>is</a:t>
            </a:r>
            <a:endParaRPr sz="2640" dirty="0">
              <a:latin typeface="Times New Roman"/>
              <a:cs typeface="Times New Roman"/>
            </a:endParaRPr>
          </a:p>
          <a:p>
            <a:pPr algn="ctr">
              <a:spcBef>
                <a:spcPts val="765"/>
              </a:spcBef>
              <a:tabLst>
                <a:tab pos="1754632" algn="l"/>
                <a:tab pos="3507867" algn="l"/>
                <a:tab pos="5229670" algn="l"/>
              </a:tabLst>
            </a:pPr>
            <a:r>
              <a:rPr sz="3080" spc="-105" dirty="0">
                <a:solidFill>
                  <a:srgbClr val="666699"/>
                </a:solidFill>
                <a:latin typeface="Times New Roman"/>
                <a:cs typeface="Times New Roman"/>
              </a:rPr>
              <a:t>11111111	11111111	</a:t>
            </a:r>
            <a:r>
              <a:rPr sz="3080" spc="-44" dirty="0">
                <a:solidFill>
                  <a:srgbClr val="666699"/>
                </a:solidFill>
                <a:latin typeface="Times New Roman"/>
                <a:cs typeface="Times New Roman"/>
              </a:rPr>
              <a:t>1111</a:t>
            </a:r>
            <a:r>
              <a:rPr sz="3080" b="1" spc="-44" dirty="0">
                <a:solidFill>
                  <a:srgbClr val="666699"/>
                </a:solidFill>
                <a:latin typeface="Times New Roman"/>
                <a:cs typeface="Times New Roman"/>
              </a:rPr>
              <a:t>0000	</a:t>
            </a:r>
            <a:r>
              <a:rPr sz="3080" dirty="0">
                <a:solidFill>
                  <a:srgbClr val="666699"/>
                </a:solidFill>
                <a:latin typeface="Times New Roman"/>
                <a:cs typeface="Times New Roman"/>
              </a:rPr>
              <a:t>00000000</a:t>
            </a:r>
            <a:endParaRPr sz="3080" dirty="0">
              <a:latin typeface="Times New Roman"/>
              <a:cs typeface="Times New Roman"/>
            </a:endParaRPr>
          </a:p>
          <a:p>
            <a:pPr algn="ctr">
              <a:spcBef>
                <a:spcPts val="121"/>
              </a:spcBef>
            </a:pPr>
            <a:r>
              <a:rPr sz="2640" dirty="0">
                <a:solidFill>
                  <a:srgbClr val="666699"/>
                </a:solidFill>
                <a:latin typeface="Times New Roman"/>
                <a:cs typeface="Times New Roman"/>
              </a:rPr>
              <a:t>or</a:t>
            </a:r>
            <a:endParaRPr sz="2640" dirty="0">
              <a:latin typeface="Times New Roman"/>
              <a:cs typeface="Times New Roman"/>
            </a:endParaRPr>
          </a:p>
          <a:p>
            <a:pPr algn="ctr">
              <a:spcBef>
                <a:spcPts val="1936"/>
              </a:spcBef>
            </a:pPr>
            <a:r>
              <a:rPr sz="3080" b="1" dirty="0">
                <a:solidFill>
                  <a:srgbClr val="666699"/>
                </a:solidFill>
                <a:latin typeface="Times New Roman"/>
                <a:cs typeface="Times New Roman"/>
              </a:rPr>
              <a:t>255.255.240.0</a:t>
            </a:r>
            <a:endParaRPr sz="308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36339" y="469697"/>
            <a:ext cx="2896819" cy="9890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713199" y="610585"/>
            <a:ext cx="2555113" cy="577657"/>
          </a:xfrm>
          <a:prstGeom prst="rect">
            <a:avLst/>
          </a:prstGeom>
          <a:ln w="38100">
            <a:solidFill>
              <a:srgbClr val="FF3300"/>
            </a:solidFill>
          </a:ln>
        </p:spPr>
        <p:txBody>
          <a:bodyPr vert="horz" wrap="square" lIns="0" tIns="35622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01283">
              <a:spcBef>
                <a:spcPts val="279"/>
              </a:spcBef>
            </a:pPr>
            <a:r>
              <a:rPr sz="3520" b="1" i="1" dirty="0">
                <a:latin typeface="Times New Roman"/>
                <a:cs typeface="Times New Roman"/>
              </a:rPr>
              <a:t>Example</a:t>
            </a:r>
            <a:r>
              <a:rPr sz="3520" b="1" i="1" spc="-55" dirty="0">
                <a:latin typeface="Times New Roman"/>
                <a:cs typeface="Times New Roman"/>
              </a:rPr>
              <a:t> </a:t>
            </a:r>
            <a:r>
              <a:rPr sz="3520" b="1" i="1" dirty="0">
                <a:latin typeface="Times New Roman"/>
                <a:cs typeface="Times New Roman"/>
              </a:rPr>
              <a:t>14</a:t>
            </a:r>
            <a:endParaRPr sz="3520">
              <a:latin typeface="Times New Roman"/>
              <a:cs typeface="Times New Roman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230A5E-D567-3748-B4C1-60A74B7B0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0269B-3FF7-874D-8ED1-2D9E2506D078}" type="slidenum">
              <a:rPr lang="en-US" smtClean="0"/>
              <a:pPr/>
              <a:t>64</a:t>
            </a:fld>
            <a:endParaRPr lang="en-US"/>
          </a:p>
        </p:txBody>
      </p:sp>
      <p:sp>
        <p:nvSpPr>
          <p:cNvPr id="4" name="object 4"/>
          <p:cNvSpPr txBox="1"/>
          <p:nvPr/>
        </p:nvSpPr>
        <p:spPr>
          <a:xfrm>
            <a:off x="840995" y="2801010"/>
            <a:ext cx="9133585" cy="3677482"/>
          </a:xfrm>
          <a:prstGeom prst="rect">
            <a:avLst/>
          </a:prstGeom>
        </p:spPr>
        <p:txBody>
          <a:bodyPr vert="horz" wrap="square" lIns="0" tIns="13272" rIns="0" bIns="0" rtlCol="0">
            <a:spAutoFit/>
          </a:bodyPr>
          <a:lstStyle/>
          <a:p>
            <a:pPr marL="13970" marR="5588" algn="just">
              <a:spcBef>
                <a:spcPts val="105"/>
              </a:spcBef>
            </a:pPr>
            <a:r>
              <a:rPr sz="3080" spc="-6" dirty="0">
                <a:solidFill>
                  <a:srgbClr val="003366"/>
                </a:solidFill>
                <a:latin typeface="Times New Roman"/>
                <a:cs typeface="Times New Roman"/>
              </a:rPr>
              <a:t>A </a:t>
            </a:r>
            <a:r>
              <a:rPr sz="3080" dirty="0">
                <a:solidFill>
                  <a:srgbClr val="003366"/>
                </a:solidFill>
                <a:latin typeface="Times New Roman"/>
                <a:cs typeface="Times New Roman"/>
              </a:rPr>
              <a:t>supernet </a:t>
            </a:r>
            <a:r>
              <a:rPr sz="3080" spc="-6" dirty="0">
                <a:solidFill>
                  <a:srgbClr val="003366"/>
                </a:solidFill>
                <a:latin typeface="Times New Roman"/>
                <a:cs typeface="Times New Roman"/>
              </a:rPr>
              <a:t>has a </a:t>
            </a:r>
            <a:r>
              <a:rPr sz="3080" dirty="0">
                <a:solidFill>
                  <a:srgbClr val="003366"/>
                </a:solidFill>
                <a:latin typeface="Times New Roman"/>
                <a:cs typeface="Times New Roman"/>
              </a:rPr>
              <a:t>first </a:t>
            </a:r>
            <a:r>
              <a:rPr sz="3080" spc="-6" dirty="0">
                <a:solidFill>
                  <a:srgbClr val="003366"/>
                </a:solidFill>
                <a:latin typeface="Times New Roman"/>
                <a:cs typeface="Times New Roman"/>
              </a:rPr>
              <a:t>address </a:t>
            </a:r>
            <a:r>
              <a:rPr sz="3080" dirty="0">
                <a:solidFill>
                  <a:srgbClr val="003366"/>
                </a:solidFill>
                <a:latin typeface="Times New Roman"/>
                <a:cs typeface="Times New Roman"/>
              </a:rPr>
              <a:t>of </a:t>
            </a:r>
            <a:r>
              <a:rPr sz="3080" spc="-6" dirty="0">
                <a:solidFill>
                  <a:srgbClr val="003366"/>
                </a:solidFill>
                <a:latin typeface="Times New Roman"/>
                <a:cs typeface="Times New Roman"/>
              </a:rPr>
              <a:t>205.16.32.0 and a  </a:t>
            </a:r>
            <a:r>
              <a:rPr sz="3080" dirty="0">
                <a:solidFill>
                  <a:srgbClr val="003366"/>
                </a:solidFill>
                <a:latin typeface="Times New Roman"/>
                <a:cs typeface="Times New Roman"/>
              </a:rPr>
              <a:t>supernet </a:t>
            </a:r>
            <a:r>
              <a:rPr sz="3080" spc="-11" dirty="0">
                <a:solidFill>
                  <a:srgbClr val="003366"/>
                </a:solidFill>
                <a:latin typeface="Times New Roman"/>
                <a:cs typeface="Times New Roman"/>
              </a:rPr>
              <a:t>mask </a:t>
            </a:r>
            <a:r>
              <a:rPr sz="3080" dirty="0">
                <a:solidFill>
                  <a:srgbClr val="003366"/>
                </a:solidFill>
                <a:latin typeface="Times New Roman"/>
                <a:cs typeface="Times New Roman"/>
              </a:rPr>
              <a:t>of </a:t>
            </a:r>
            <a:r>
              <a:rPr sz="3080" spc="-6" dirty="0">
                <a:solidFill>
                  <a:srgbClr val="003366"/>
                </a:solidFill>
                <a:latin typeface="Times New Roman"/>
                <a:cs typeface="Times New Roman"/>
              </a:rPr>
              <a:t>255.255.248.0. A </a:t>
            </a:r>
            <a:r>
              <a:rPr sz="3080" dirty="0">
                <a:solidFill>
                  <a:srgbClr val="003366"/>
                </a:solidFill>
                <a:latin typeface="Times New Roman"/>
                <a:cs typeface="Times New Roman"/>
              </a:rPr>
              <a:t>router </a:t>
            </a:r>
            <a:r>
              <a:rPr sz="3080" spc="-6" dirty="0">
                <a:solidFill>
                  <a:srgbClr val="003366"/>
                </a:solidFill>
                <a:latin typeface="Times New Roman"/>
                <a:cs typeface="Times New Roman"/>
              </a:rPr>
              <a:t>receives three  packets with </a:t>
            </a:r>
            <a:r>
              <a:rPr sz="3080" dirty="0">
                <a:solidFill>
                  <a:srgbClr val="003366"/>
                </a:solidFill>
                <a:latin typeface="Times New Roman"/>
                <a:cs typeface="Times New Roman"/>
              </a:rPr>
              <a:t>the </a:t>
            </a:r>
            <a:r>
              <a:rPr sz="3080" spc="-6" dirty="0">
                <a:solidFill>
                  <a:srgbClr val="003366"/>
                </a:solidFill>
                <a:latin typeface="Times New Roman"/>
                <a:cs typeface="Times New Roman"/>
              </a:rPr>
              <a:t>following </a:t>
            </a:r>
            <a:r>
              <a:rPr sz="3080" dirty="0">
                <a:solidFill>
                  <a:srgbClr val="003366"/>
                </a:solidFill>
                <a:latin typeface="Times New Roman"/>
                <a:cs typeface="Times New Roman"/>
              </a:rPr>
              <a:t>destination</a:t>
            </a:r>
            <a:r>
              <a:rPr sz="3080" spc="-44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3080" spc="-6" dirty="0">
                <a:solidFill>
                  <a:srgbClr val="003366"/>
                </a:solidFill>
                <a:latin typeface="Times New Roman"/>
                <a:cs typeface="Times New Roman"/>
              </a:rPr>
              <a:t>addresses:</a:t>
            </a:r>
            <a:endParaRPr sz="3080" dirty="0">
              <a:latin typeface="Times New Roman"/>
              <a:cs typeface="Times New Roman"/>
            </a:endParaRPr>
          </a:p>
          <a:p>
            <a:pPr marL="1019810" algn="l">
              <a:spcBef>
                <a:spcPts val="224"/>
              </a:spcBef>
            </a:pPr>
            <a:r>
              <a:rPr sz="3080" b="1" spc="-6" dirty="0">
                <a:solidFill>
                  <a:srgbClr val="666699"/>
                </a:solidFill>
                <a:latin typeface="Times New Roman"/>
                <a:cs typeface="Times New Roman"/>
              </a:rPr>
              <a:t>205.16.37.44</a:t>
            </a:r>
            <a:endParaRPr sz="3080" dirty="0">
              <a:latin typeface="Times New Roman"/>
              <a:cs typeface="Times New Roman"/>
            </a:endParaRPr>
          </a:p>
          <a:p>
            <a:pPr marL="1019810" algn="l">
              <a:spcBef>
                <a:spcPts val="224"/>
              </a:spcBef>
            </a:pPr>
            <a:r>
              <a:rPr sz="3080" b="1" spc="-6" dirty="0">
                <a:solidFill>
                  <a:srgbClr val="666699"/>
                </a:solidFill>
                <a:latin typeface="Times New Roman"/>
                <a:cs typeface="Times New Roman"/>
              </a:rPr>
              <a:t>205.16.42.56</a:t>
            </a:r>
            <a:endParaRPr sz="3080" dirty="0">
              <a:latin typeface="Times New Roman"/>
              <a:cs typeface="Times New Roman"/>
            </a:endParaRPr>
          </a:p>
          <a:p>
            <a:pPr marL="1019810" algn="l">
              <a:spcBef>
                <a:spcPts val="215"/>
              </a:spcBef>
            </a:pPr>
            <a:r>
              <a:rPr sz="3080" b="1" dirty="0">
                <a:solidFill>
                  <a:srgbClr val="666699"/>
                </a:solidFill>
                <a:latin typeface="Times New Roman"/>
                <a:cs typeface="Times New Roman"/>
              </a:rPr>
              <a:t>205.17.33.76</a:t>
            </a:r>
            <a:endParaRPr sz="3080" dirty="0">
              <a:latin typeface="Times New Roman"/>
              <a:cs typeface="Times New Roman"/>
            </a:endParaRPr>
          </a:p>
          <a:p>
            <a:pPr marL="13970" algn="l">
              <a:spcBef>
                <a:spcPts val="2074"/>
              </a:spcBef>
            </a:pPr>
            <a:r>
              <a:rPr sz="3080" spc="-6" dirty="0">
                <a:solidFill>
                  <a:srgbClr val="003366"/>
                </a:solidFill>
                <a:latin typeface="Times New Roman"/>
                <a:cs typeface="Times New Roman"/>
              </a:rPr>
              <a:t>Which packet </a:t>
            </a:r>
            <a:r>
              <a:rPr sz="3080" dirty="0">
                <a:solidFill>
                  <a:srgbClr val="003366"/>
                </a:solidFill>
                <a:latin typeface="Times New Roman"/>
                <a:cs typeface="Times New Roman"/>
              </a:rPr>
              <a:t>belongs </a:t>
            </a:r>
            <a:r>
              <a:rPr sz="3080" spc="-6" dirty="0">
                <a:solidFill>
                  <a:srgbClr val="003366"/>
                </a:solidFill>
                <a:latin typeface="Times New Roman"/>
                <a:cs typeface="Times New Roman"/>
              </a:rPr>
              <a:t>to </a:t>
            </a:r>
            <a:r>
              <a:rPr sz="3080" dirty="0">
                <a:solidFill>
                  <a:srgbClr val="003366"/>
                </a:solidFill>
                <a:latin typeface="Times New Roman"/>
                <a:cs typeface="Times New Roman"/>
              </a:rPr>
              <a:t>the</a:t>
            </a:r>
            <a:r>
              <a:rPr sz="3080" spc="-72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3080" dirty="0">
                <a:solidFill>
                  <a:srgbClr val="003366"/>
                </a:solidFill>
                <a:latin typeface="Times New Roman"/>
                <a:cs typeface="Times New Roman"/>
              </a:rPr>
              <a:t>supernet?</a:t>
            </a:r>
            <a:endParaRPr sz="308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36338" y="944118"/>
            <a:ext cx="2152498" cy="9890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713199" y="1085566"/>
            <a:ext cx="1807718" cy="577657"/>
          </a:xfrm>
          <a:prstGeom prst="rect">
            <a:avLst/>
          </a:prstGeom>
          <a:ln w="38100">
            <a:solidFill>
              <a:srgbClr val="FF3300"/>
            </a:solidFill>
          </a:ln>
        </p:spPr>
        <p:txBody>
          <a:bodyPr vert="horz" wrap="square" lIns="0" tIns="35622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01283">
              <a:spcBef>
                <a:spcPts val="279"/>
              </a:spcBef>
            </a:pPr>
            <a:r>
              <a:rPr sz="3520" b="1" i="1" dirty="0">
                <a:latin typeface="Times New Roman"/>
                <a:cs typeface="Times New Roman"/>
              </a:rPr>
              <a:t>Solution</a:t>
            </a:r>
            <a:endParaRPr sz="3520">
              <a:latin typeface="Times New Roman"/>
              <a:cs typeface="Times New Roman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7D4CBFE-9896-F443-B1FC-BF5E77C69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0269B-3FF7-874D-8ED1-2D9E2506D078}" type="slidenum">
              <a:rPr lang="en-US" smtClean="0"/>
              <a:pPr/>
              <a:t>65</a:t>
            </a:fld>
            <a:endParaRPr lang="en-US"/>
          </a:p>
        </p:txBody>
      </p:sp>
      <p:sp>
        <p:nvSpPr>
          <p:cNvPr id="4" name="object 4"/>
          <p:cNvSpPr txBox="1"/>
          <p:nvPr/>
        </p:nvSpPr>
        <p:spPr>
          <a:xfrm>
            <a:off x="443016" y="2958313"/>
            <a:ext cx="9299829" cy="1098186"/>
          </a:xfrm>
          <a:prstGeom prst="rect">
            <a:avLst/>
          </a:prstGeom>
        </p:spPr>
        <p:txBody>
          <a:bodyPr vert="horz" wrap="square" lIns="0" tIns="14669" rIns="0" bIns="0" rtlCol="0">
            <a:spAutoFit/>
          </a:bodyPr>
          <a:lstStyle/>
          <a:p>
            <a:pPr marL="13970" marR="5588" algn="l">
              <a:spcBef>
                <a:spcPts val="116"/>
              </a:spcBef>
            </a:pPr>
            <a:r>
              <a:rPr sz="3520" spc="-138" dirty="0">
                <a:solidFill>
                  <a:srgbClr val="003366"/>
                </a:solidFill>
                <a:latin typeface="Times New Roman"/>
                <a:cs typeface="Times New Roman"/>
              </a:rPr>
              <a:t>We </a:t>
            </a:r>
            <a:r>
              <a:rPr sz="3520" dirty="0">
                <a:solidFill>
                  <a:srgbClr val="003366"/>
                </a:solidFill>
                <a:latin typeface="Times New Roman"/>
                <a:cs typeface="Times New Roman"/>
              </a:rPr>
              <a:t>apply the </a:t>
            </a:r>
            <a:r>
              <a:rPr sz="3520" spc="-6" dirty="0">
                <a:solidFill>
                  <a:srgbClr val="003366"/>
                </a:solidFill>
                <a:latin typeface="Times New Roman"/>
                <a:cs typeface="Times New Roman"/>
              </a:rPr>
              <a:t>supernet </a:t>
            </a:r>
            <a:r>
              <a:rPr sz="3520" dirty="0">
                <a:solidFill>
                  <a:srgbClr val="003366"/>
                </a:solidFill>
                <a:latin typeface="Times New Roman"/>
                <a:cs typeface="Times New Roman"/>
              </a:rPr>
              <a:t>mask </a:t>
            </a:r>
            <a:r>
              <a:rPr sz="3520" spc="-6" dirty="0">
                <a:solidFill>
                  <a:srgbClr val="003366"/>
                </a:solidFill>
                <a:latin typeface="Times New Roman"/>
                <a:cs typeface="Times New Roman"/>
              </a:rPr>
              <a:t>to see if </a:t>
            </a:r>
            <a:r>
              <a:rPr sz="3520" dirty="0">
                <a:solidFill>
                  <a:srgbClr val="003366"/>
                </a:solidFill>
                <a:latin typeface="Times New Roman"/>
                <a:cs typeface="Times New Roman"/>
              </a:rPr>
              <a:t>we can </a:t>
            </a:r>
            <a:r>
              <a:rPr sz="3520" spc="-11" dirty="0">
                <a:solidFill>
                  <a:srgbClr val="003366"/>
                </a:solidFill>
                <a:latin typeface="Times New Roman"/>
                <a:cs typeface="Times New Roman"/>
              </a:rPr>
              <a:t>find  </a:t>
            </a:r>
            <a:r>
              <a:rPr sz="3520" dirty="0">
                <a:solidFill>
                  <a:srgbClr val="003366"/>
                </a:solidFill>
                <a:latin typeface="Times New Roman"/>
                <a:cs typeface="Times New Roman"/>
              </a:rPr>
              <a:t>the beginning</a:t>
            </a:r>
            <a:r>
              <a:rPr sz="3520" spc="-5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3520" spc="6" dirty="0">
                <a:solidFill>
                  <a:srgbClr val="003366"/>
                </a:solidFill>
                <a:latin typeface="Times New Roman"/>
                <a:cs typeface="Times New Roman"/>
              </a:rPr>
              <a:t>address</a:t>
            </a:r>
            <a:r>
              <a:rPr sz="3520" spc="6" dirty="0">
                <a:solidFill>
                  <a:srgbClr val="0033CC"/>
                </a:solidFill>
                <a:latin typeface="Times New Roman"/>
                <a:cs typeface="Times New Roman"/>
              </a:rPr>
              <a:t>.</a:t>
            </a:r>
            <a:endParaRPr sz="352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3016" y="4033891"/>
            <a:ext cx="5650865" cy="2147511"/>
          </a:xfrm>
          <a:prstGeom prst="rect">
            <a:avLst/>
          </a:prstGeom>
        </p:spPr>
        <p:txBody>
          <a:bodyPr vert="horz" wrap="square" lIns="0" tIns="248666" rIns="0" bIns="0" rtlCol="0">
            <a:spAutoFit/>
          </a:bodyPr>
          <a:lstStyle/>
          <a:p>
            <a:pPr marL="13970">
              <a:spcBef>
                <a:spcPts val="1958"/>
              </a:spcBef>
              <a:tabLst>
                <a:tab pos="2339277" algn="l"/>
                <a:tab pos="3383534" algn="l"/>
              </a:tabLst>
            </a:pPr>
            <a:r>
              <a:rPr sz="3080" dirty="0">
                <a:solidFill>
                  <a:srgbClr val="0033CC"/>
                </a:solidFill>
                <a:latin typeface="Times New Roman"/>
                <a:cs typeface="Times New Roman"/>
              </a:rPr>
              <a:t>205</a:t>
            </a:r>
            <a:r>
              <a:rPr sz="3080" spc="-11" dirty="0">
                <a:solidFill>
                  <a:srgbClr val="0033CC"/>
                </a:solidFill>
                <a:latin typeface="Times New Roman"/>
                <a:cs typeface="Times New Roman"/>
              </a:rPr>
              <a:t>.</a:t>
            </a:r>
            <a:r>
              <a:rPr sz="3080" dirty="0">
                <a:solidFill>
                  <a:srgbClr val="0033CC"/>
                </a:solidFill>
                <a:latin typeface="Times New Roman"/>
                <a:cs typeface="Times New Roman"/>
              </a:rPr>
              <a:t>16</a:t>
            </a:r>
            <a:r>
              <a:rPr sz="3080" spc="-11" dirty="0">
                <a:solidFill>
                  <a:srgbClr val="0033CC"/>
                </a:solidFill>
                <a:latin typeface="Times New Roman"/>
                <a:cs typeface="Times New Roman"/>
              </a:rPr>
              <a:t>.</a:t>
            </a:r>
            <a:r>
              <a:rPr sz="3080" dirty="0">
                <a:solidFill>
                  <a:srgbClr val="0033CC"/>
                </a:solidFill>
                <a:latin typeface="Times New Roman"/>
                <a:cs typeface="Times New Roman"/>
              </a:rPr>
              <a:t>37</a:t>
            </a:r>
            <a:r>
              <a:rPr sz="3080" spc="-11" dirty="0">
                <a:solidFill>
                  <a:srgbClr val="0033CC"/>
                </a:solidFill>
                <a:latin typeface="Times New Roman"/>
                <a:cs typeface="Times New Roman"/>
              </a:rPr>
              <a:t>.</a:t>
            </a:r>
            <a:r>
              <a:rPr sz="3080" dirty="0">
                <a:solidFill>
                  <a:srgbClr val="0033CC"/>
                </a:solidFill>
                <a:latin typeface="Times New Roman"/>
                <a:cs typeface="Times New Roman"/>
              </a:rPr>
              <a:t>4</a:t>
            </a:r>
            <a:r>
              <a:rPr sz="3080" spc="-6" dirty="0">
                <a:solidFill>
                  <a:srgbClr val="0033CC"/>
                </a:solidFill>
                <a:latin typeface="Times New Roman"/>
                <a:cs typeface="Times New Roman"/>
              </a:rPr>
              <a:t>4</a:t>
            </a:r>
            <a:r>
              <a:rPr sz="3080" dirty="0">
                <a:solidFill>
                  <a:srgbClr val="0033CC"/>
                </a:solidFill>
                <a:latin typeface="Times New Roman"/>
                <a:cs typeface="Times New Roman"/>
              </a:rPr>
              <a:t>	</a:t>
            </a:r>
            <a:r>
              <a:rPr sz="3080" spc="-11" dirty="0">
                <a:solidFill>
                  <a:srgbClr val="0033CC"/>
                </a:solidFill>
                <a:latin typeface="Times New Roman"/>
                <a:cs typeface="Times New Roman"/>
              </a:rPr>
              <a:t>AN</a:t>
            </a:r>
            <a:r>
              <a:rPr sz="3080" spc="-6" dirty="0">
                <a:solidFill>
                  <a:srgbClr val="0033CC"/>
                </a:solidFill>
                <a:latin typeface="Times New Roman"/>
                <a:cs typeface="Times New Roman"/>
              </a:rPr>
              <a:t>D</a:t>
            </a:r>
            <a:r>
              <a:rPr sz="3080" dirty="0">
                <a:solidFill>
                  <a:srgbClr val="0033CC"/>
                </a:solidFill>
                <a:latin typeface="Times New Roman"/>
                <a:cs typeface="Times New Roman"/>
              </a:rPr>
              <a:t>	255</a:t>
            </a:r>
            <a:r>
              <a:rPr sz="3080" spc="-11" dirty="0">
                <a:solidFill>
                  <a:srgbClr val="0033CC"/>
                </a:solidFill>
                <a:latin typeface="Times New Roman"/>
                <a:cs typeface="Times New Roman"/>
              </a:rPr>
              <a:t>.</a:t>
            </a:r>
            <a:r>
              <a:rPr sz="3080" dirty="0">
                <a:solidFill>
                  <a:srgbClr val="0033CC"/>
                </a:solidFill>
                <a:latin typeface="Times New Roman"/>
                <a:cs typeface="Times New Roman"/>
              </a:rPr>
              <a:t>255</a:t>
            </a:r>
            <a:r>
              <a:rPr sz="3080" spc="-11" dirty="0">
                <a:solidFill>
                  <a:srgbClr val="0033CC"/>
                </a:solidFill>
                <a:latin typeface="Times New Roman"/>
                <a:cs typeface="Times New Roman"/>
              </a:rPr>
              <a:t>.</a:t>
            </a:r>
            <a:r>
              <a:rPr sz="3080" dirty="0">
                <a:solidFill>
                  <a:srgbClr val="0033CC"/>
                </a:solidFill>
                <a:latin typeface="Times New Roman"/>
                <a:cs typeface="Times New Roman"/>
              </a:rPr>
              <a:t>248</a:t>
            </a:r>
            <a:r>
              <a:rPr sz="3080" spc="-11" dirty="0">
                <a:solidFill>
                  <a:srgbClr val="0033CC"/>
                </a:solidFill>
                <a:latin typeface="Times New Roman"/>
                <a:cs typeface="Times New Roman"/>
              </a:rPr>
              <a:t>.</a:t>
            </a:r>
            <a:r>
              <a:rPr sz="3080" spc="-6" dirty="0">
                <a:solidFill>
                  <a:srgbClr val="0033CC"/>
                </a:solidFill>
                <a:latin typeface="Times New Roman"/>
                <a:cs typeface="Times New Roman"/>
              </a:rPr>
              <a:t>0</a:t>
            </a:r>
            <a:endParaRPr sz="3080">
              <a:latin typeface="Times New Roman"/>
              <a:cs typeface="Times New Roman"/>
            </a:endParaRPr>
          </a:p>
          <a:p>
            <a:pPr marL="13970">
              <a:spcBef>
                <a:spcPts val="1854"/>
              </a:spcBef>
              <a:tabLst>
                <a:tab pos="2339277" algn="l"/>
                <a:tab pos="3383534" algn="l"/>
              </a:tabLst>
            </a:pPr>
            <a:r>
              <a:rPr sz="3080" dirty="0">
                <a:latin typeface="Times New Roman"/>
                <a:cs typeface="Times New Roman"/>
              </a:rPr>
              <a:t>205</a:t>
            </a:r>
            <a:r>
              <a:rPr sz="3080" spc="-11" dirty="0">
                <a:latin typeface="Times New Roman"/>
                <a:cs typeface="Times New Roman"/>
              </a:rPr>
              <a:t>.</a:t>
            </a:r>
            <a:r>
              <a:rPr sz="3080" dirty="0">
                <a:latin typeface="Times New Roman"/>
                <a:cs typeface="Times New Roman"/>
              </a:rPr>
              <a:t>16</a:t>
            </a:r>
            <a:r>
              <a:rPr sz="3080" spc="-11" dirty="0">
                <a:latin typeface="Times New Roman"/>
                <a:cs typeface="Times New Roman"/>
              </a:rPr>
              <a:t>.</a:t>
            </a:r>
            <a:r>
              <a:rPr sz="3080" dirty="0">
                <a:latin typeface="Times New Roman"/>
                <a:cs typeface="Times New Roman"/>
              </a:rPr>
              <a:t>42</a:t>
            </a:r>
            <a:r>
              <a:rPr sz="3080" spc="-11" dirty="0">
                <a:latin typeface="Times New Roman"/>
                <a:cs typeface="Times New Roman"/>
              </a:rPr>
              <a:t>.</a:t>
            </a:r>
            <a:r>
              <a:rPr sz="3080" dirty="0">
                <a:latin typeface="Times New Roman"/>
                <a:cs typeface="Times New Roman"/>
              </a:rPr>
              <a:t>5</a:t>
            </a:r>
            <a:r>
              <a:rPr sz="3080" spc="-6" dirty="0">
                <a:latin typeface="Times New Roman"/>
                <a:cs typeface="Times New Roman"/>
              </a:rPr>
              <a:t>6</a:t>
            </a:r>
            <a:r>
              <a:rPr sz="3080" dirty="0">
                <a:latin typeface="Times New Roman"/>
                <a:cs typeface="Times New Roman"/>
              </a:rPr>
              <a:t>	</a:t>
            </a:r>
            <a:r>
              <a:rPr sz="3080" spc="-11" dirty="0">
                <a:latin typeface="Times New Roman"/>
                <a:cs typeface="Times New Roman"/>
              </a:rPr>
              <a:t>AN</a:t>
            </a:r>
            <a:r>
              <a:rPr sz="3080" spc="-6" dirty="0">
                <a:latin typeface="Times New Roman"/>
                <a:cs typeface="Times New Roman"/>
              </a:rPr>
              <a:t>D</a:t>
            </a:r>
            <a:r>
              <a:rPr sz="3080" dirty="0">
                <a:latin typeface="Times New Roman"/>
                <a:cs typeface="Times New Roman"/>
              </a:rPr>
              <a:t>	255</a:t>
            </a:r>
            <a:r>
              <a:rPr sz="3080" spc="-11" dirty="0">
                <a:latin typeface="Times New Roman"/>
                <a:cs typeface="Times New Roman"/>
              </a:rPr>
              <a:t>.</a:t>
            </a:r>
            <a:r>
              <a:rPr sz="3080" dirty="0">
                <a:latin typeface="Times New Roman"/>
                <a:cs typeface="Times New Roman"/>
              </a:rPr>
              <a:t>255</a:t>
            </a:r>
            <a:r>
              <a:rPr sz="3080" spc="-11" dirty="0">
                <a:latin typeface="Times New Roman"/>
                <a:cs typeface="Times New Roman"/>
              </a:rPr>
              <a:t>.</a:t>
            </a:r>
            <a:r>
              <a:rPr sz="3080" dirty="0">
                <a:latin typeface="Times New Roman"/>
                <a:cs typeface="Times New Roman"/>
              </a:rPr>
              <a:t>248</a:t>
            </a:r>
            <a:r>
              <a:rPr sz="3080" spc="-11" dirty="0">
                <a:latin typeface="Times New Roman"/>
                <a:cs typeface="Times New Roman"/>
              </a:rPr>
              <a:t>.</a:t>
            </a:r>
            <a:r>
              <a:rPr sz="3080" spc="-6" dirty="0">
                <a:latin typeface="Times New Roman"/>
                <a:cs typeface="Times New Roman"/>
              </a:rPr>
              <a:t>0</a:t>
            </a:r>
            <a:endParaRPr sz="3080">
              <a:latin typeface="Times New Roman"/>
              <a:cs typeface="Times New Roman"/>
            </a:endParaRPr>
          </a:p>
          <a:p>
            <a:pPr marL="13970">
              <a:spcBef>
                <a:spcPts val="1848"/>
              </a:spcBef>
              <a:tabLst>
                <a:tab pos="2339277" algn="l"/>
                <a:tab pos="3383534" algn="l"/>
              </a:tabLst>
            </a:pPr>
            <a:r>
              <a:rPr sz="3080" dirty="0">
                <a:latin typeface="Times New Roman"/>
                <a:cs typeface="Times New Roman"/>
              </a:rPr>
              <a:t>205</a:t>
            </a:r>
            <a:r>
              <a:rPr sz="3080" spc="-11" dirty="0">
                <a:latin typeface="Times New Roman"/>
                <a:cs typeface="Times New Roman"/>
              </a:rPr>
              <a:t>.</a:t>
            </a:r>
            <a:r>
              <a:rPr sz="3080" dirty="0">
                <a:latin typeface="Times New Roman"/>
                <a:cs typeface="Times New Roman"/>
              </a:rPr>
              <a:t>17</a:t>
            </a:r>
            <a:r>
              <a:rPr sz="3080" spc="-11" dirty="0">
                <a:latin typeface="Times New Roman"/>
                <a:cs typeface="Times New Roman"/>
              </a:rPr>
              <a:t>.</a:t>
            </a:r>
            <a:r>
              <a:rPr sz="3080" dirty="0">
                <a:latin typeface="Times New Roman"/>
                <a:cs typeface="Times New Roman"/>
              </a:rPr>
              <a:t>33</a:t>
            </a:r>
            <a:r>
              <a:rPr sz="3080" spc="-11" dirty="0">
                <a:latin typeface="Times New Roman"/>
                <a:cs typeface="Times New Roman"/>
              </a:rPr>
              <a:t>.</a:t>
            </a:r>
            <a:r>
              <a:rPr sz="3080" dirty="0">
                <a:latin typeface="Times New Roman"/>
                <a:cs typeface="Times New Roman"/>
              </a:rPr>
              <a:t>7</a:t>
            </a:r>
            <a:r>
              <a:rPr sz="3080" spc="-6" dirty="0">
                <a:latin typeface="Times New Roman"/>
                <a:cs typeface="Times New Roman"/>
              </a:rPr>
              <a:t>6</a:t>
            </a:r>
            <a:r>
              <a:rPr sz="3080" dirty="0">
                <a:latin typeface="Times New Roman"/>
                <a:cs typeface="Times New Roman"/>
              </a:rPr>
              <a:t>	</a:t>
            </a:r>
            <a:r>
              <a:rPr sz="3080" spc="-11" dirty="0">
                <a:latin typeface="Times New Roman"/>
                <a:cs typeface="Times New Roman"/>
              </a:rPr>
              <a:t>AN</a:t>
            </a:r>
            <a:r>
              <a:rPr sz="3080" spc="-6" dirty="0">
                <a:latin typeface="Times New Roman"/>
                <a:cs typeface="Times New Roman"/>
              </a:rPr>
              <a:t>D</a:t>
            </a:r>
            <a:r>
              <a:rPr sz="3080" dirty="0">
                <a:latin typeface="Times New Roman"/>
                <a:cs typeface="Times New Roman"/>
              </a:rPr>
              <a:t>	255</a:t>
            </a:r>
            <a:r>
              <a:rPr sz="3080" spc="-11" dirty="0">
                <a:latin typeface="Times New Roman"/>
                <a:cs typeface="Times New Roman"/>
              </a:rPr>
              <a:t>.</a:t>
            </a:r>
            <a:r>
              <a:rPr sz="3080" dirty="0">
                <a:latin typeface="Times New Roman"/>
                <a:cs typeface="Times New Roman"/>
              </a:rPr>
              <a:t>255</a:t>
            </a:r>
            <a:r>
              <a:rPr sz="3080" spc="-11" dirty="0">
                <a:latin typeface="Times New Roman"/>
                <a:cs typeface="Times New Roman"/>
              </a:rPr>
              <a:t>.</a:t>
            </a:r>
            <a:r>
              <a:rPr sz="3080" dirty="0">
                <a:latin typeface="Times New Roman"/>
                <a:cs typeface="Times New Roman"/>
              </a:rPr>
              <a:t>248</a:t>
            </a:r>
            <a:r>
              <a:rPr sz="3080" spc="-11" dirty="0">
                <a:latin typeface="Times New Roman"/>
                <a:cs typeface="Times New Roman"/>
              </a:rPr>
              <a:t>.</a:t>
            </a:r>
            <a:r>
              <a:rPr sz="3080" spc="-6" dirty="0">
                <a:latin typeface="Times New Roman"/>
                <a:cs typeface="Times New Roman"/>
              </a:rPr>
              <a:t>0</a:t>
            </a:r>
            <a:endParaRPr sz="308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479006" y="4033890"/>
            <a:ext cx="2522284" cy="2147511"/>
          </a:xfrm>
          <a:prstGeom prst="rect">
            <a:avLst/>
          </a:prstGeom>
        </p:spPr>
        <p:txBody>
          <a:bodyPr vert="horz" wrap="square" lIns="0" tIns="248666" rIns="0" bIns="0" rtlCol="0">
            <a:spAutoFit/>
          </a:bodyPr>
          <a:lstStyle/>
          <a:p>
            <a:pPr marL="13970">
              <a:spcBef>
                <a:spcPts val="1958"/>
              </a:spcBef>
              <a:tabLst>
                <a:tab pos="647510" algn="l"/>
              </a:tabLst>
            </a:pPr>
            <a:r>
              <a:rPr sz="3080" spc="-6" dirty="0">
                <a:solidFill>
                  <a:srgbClr val="FF00FF"/>
                </a:solidFill>
                <a:latin typeface="Wingdings"/>
                <a:cs typeface="Wingdings"/>
              </a:rPr>
              <a:t></a:t>
            </a:r>
            <a:r>
              <a:rPr sz="3080" spc="-6" dirty="0">
                <a:solidFill>
                  <a:srgbClr val="FF00FF"/>
                </a:solidFill>
                <a:latin typeface="Times New Roman"/>
                <a:cs typeface="Times New Roman"/>
              </a:rPr>
              <a:t>	</a:t>
            </a:r>
            <a:r>
              <a:rPr sz="3080" dirty="0">
                <a:latin typeface="Times New Roman"/>
                <a:cs typeface="Times New Roman"/>
              </a:rPr>
              <a:t>205</a:t>
            </a:r>
            <a:r>
              <a:rPr sz="3080" spc="-11" dirty="0">
                <a:latin typeface="Times New Roman"/>
                <a:cs typeface="Times New Roman"/>
              </a:rPr>
              <a:t>.</a:t>
            </a:r>
            <a:r>
              <a:rPr sz="3080" dirty="0">
                <a:latin typeface="Times New Roman"/>
                <a:cs typeface="Times New Roman"/>
              </a:rPr>
              <a:t>16</a:t>
            </a:r>
            <a:r>
              <a:rPr sz="3080" spc="-11" dirty="0">
                <a:latin typeface="Times New Roman"/>
                <a:cs typeface="Times New Roman"/>
              </a:rPr>
              <a:t>.</a:t>
            </a:r>
            <a:r>
              <a:rPr sz="3080" dirty="0">
                <a:latin typeface="Times New Roman"/>
                <a:cs typeface="Times New Roman"/>
              </a:rPr>
              <a:t>32</a:t>
            </a:r>
            <a:r>
              <a:rPr sz="3080" spc="-11" dirty="0">
                <a:latin typeface="Times New Roman"/>
                <a:cs typeface="Times New Roman"/>
              </a:rPr>
              <a:t>.</a:t>
            </a:r>
            <a:r>
              <a:rPr sz="3080" spc="-6" dirty="0">
                <a:latin typeface="Times New Roman"/>
                <a:cs typeface="Times New Roman"/>
              </a:rPr>
              <a:t>0</a:t>
            </a:r>
            <a:endParaRPr sz="3080">
              <a:latin typeface="Times New Roman"/>
              <a:cs typeface="Times New Roman"/>
            </a:endParaRPr>
          </a:p>
          <a:p>
            <a:pPr marL="13970">
              <a:spcBef>
                <a:spcPts val="1854"/>
              </a:spcBef>
              <a:tabLst>
                <a:tab pos="647510" algn="l"/>
              </a:tabLst>
            </a:pPr>
            <a:r>
              <a:rPr sz="3080" spc="-6" dirty="0">
                <a:solidFill>
                  <a:srgbClr val="FF00FF"/>
                </a:solidFill>
                <a:latin typeface="Wingdings"/>
                <a:cs typeface="Wingdings"/>
              </a:rPr>
              <a:t></a:t>
            </a:r>
            <a:r>
              <a:rPr sz="3080" spc="-6" dirty="0">
                <a:solidFill>
                  <a:srgbClr val="FF00FF"/>
                </a:solidFill>
                <a:latin typeface="Times New Roman"/>
                <a:cs typeface="Times New Roman"/>
              </a:rPr>
              <a:t>	</a:t>
            </a:r>
            <a:r>
              <a:rPr sz="3080" dirty="0">
                <a:latin typeface="Times New Roman"/>
                <a:cs typeface="Times New Roman"/>
              </a:rPr>
              <a:t>205</a:t>
            </a:r>
            <a:r>
              <a:rPr sz="3080" spc="-11" dirty="0">
                <a:latin typeface="Times New Roman"/>
                <a:cs typeface="Times New Roman"/>
              </a:rPr>
              <a:t>.</a:t>
            </a:r>
            <a:r>
              <a:rPr sz="3080" dirty="0">
                <a:latin typeface="Times New Roman"/>
                <a:cs typeface="Times New Roman"/>
              </a:rPr>
              <a:t>16</a:t>
            </a:r>
            <a:r>
              <a:rPr sz="3080" spc="-11" dirty="0">
                <a:latin typeface="Times New Roman"/>
                <a:cs typeface="Times New Roman"/>
              </a:rPr>
              <a:t>.</a:t>
            </a:r>
            <a:r>
              <a:rPr sz="3080" dirty="0">
                <a:latin typeface="Times New Roman"/>
                <a:cs typeface="Times New Roman"/>
              </a:rPr>
              <a:t>40</a:t>
            </a:r>
            <a:r>
              <a:rPr sz="3080" spc="-11" dirty="0">
                <a:latin typeface="Times New Roman"/>
                <a:cs typeface="Times New Roman"/>
              </a:rPr>
              <a:t>.</a:t>
            </a:r>
            <a:r>
              <a:rPr sz="3080" spc="-6" dirty="0">
                <a:latin typeface="Times New Roman"/>
                <a:cs typeface="Times New Roman"/>
              </a:rPr>
              <a:t>0</a:t>
            </a:r>
            <a:endParaRPr sz="3080">
              <a:latin typeface="Times New Roman"/>
              <a:cs typeface="Times New Roman"/>
            </a:endParaRPr>
          </a:p>
          <a:p>
            <a:pPr marL="13970">
              <a:spcBef>
                <a:spcPts val="1848"/>
              </a:spcBef>
              <a:tabLst>
                <a:tab pos="647510" algn="l"/>
              </a:tabLst>
            </a:pPr>
            <a:r>
              <a:rPr sz="3080" spc="-6" dirty="0">
                <a:solidFill>
                  <a:srgbClr val="FF00FF"/>
                </a:solidFill>
                <a:latin typeface="Wingdings"/>
                <a:cs typeface="Wingdings"/>
              </a:rPr>
              <a:t></a:t>
            </a:r>
            <a:r>
              <a:rPr sz="3080" spc="-6" dirty="0">
                <a:solidFill>
                  <a:srgbClr val="FF00FF"/>
                </a:solidFill>
                <a:latin typeface="Times New Roman"/>
                <a:cs typeface="Times New Roman"/>
              </a:rPr>
              <a:t>	</a:t>
            </a:r>
            <a:r>
              <a:rPr sz="3080" dirty="0">
                <a:latin typeface="Times New Roman"/>
                <a:cs typeface="Times New Roman"/>
              </a:rPr>
              <a:t>205</a:t>
            </a:r>
            <a:r>
              <a:rPr sz="3080" spc="-11" dirty="0">
                <a:latin typeface="Times New Roman"/>
                <a:cs typeface="Times New Roman"/>
              </a:rPr>
              <a:t>.</a:t>
            </a:r>
            <a:r>
              <a:rPr sz="3080" dirty="0">
                <a:latin typeface="Times New Roman"/>
                <a:cs typeface="Times New Roman"/>
              </a:rPr>
              <a:t>17</a:t>
            </a:r>
            <a:r>
              <a:rPr sz="3080" spc="-11" dirty="0">
                <a:latin typeface="Times New Roman"/>
                <a:cs typeface="Times New Roman"/>
              </a:rPr>
              <a:t>.</a:t>
            </a:r>
            <a:r>
              <a:rPr sz="3080" dirty="0">
                <a:latin typeface="Times New Roman"/>
                <a:cs typeface="Times New Roman"/>
              </a:rPr>
              <a:t>32</a:t>
            </a:r>
            <a:r>
              <a:rPr sz="3080" spc="-11" dirty="0">
                <a:latin typeface="Times New Roman"/>
                <a:cs typeface="Times New Roman"/>
              </a:rPr>
              <a:t>.</a:t>
            </a:r>
            <a:r>
              <a:rPr sz="3080" spc="-6" dirty="0">
                <a:latin typeface="Times New Roman"/>
                <a:cs typeface="Times New Roman"/>
              </a:rPr>
              <a:t>0</a:t>
            </a:r>
            <a:endParaRPr sz="308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43016" y="6380795"/>
            <a:ext cx="7781987" cy="487378"/>
          </a:xfrm>
          <a:prstGeom prst="rect">
            <a:avLst/>
          </a:prstGeom>
        </p:spPr>
        <p:txBody>
          <a:bodyPr vert="horz" wrap="square" lIns="0" tIns="13272" rIns="0" bIns="0" rtlCol="0">
            <a:spAutoFit/>
          </a:bodyPr>
          <a:lstStyle/>
          <a:p>
            <a:pPr marL="13970">
              <a:spcBef>
                <a:spcPts val="105"/>
              </a:spcBef>
            </a:pPr>
            <a:r>
              <a:rPr sz="3080" b="1" spc="-6" dirty="0">
                <a:solidFill>
                  <a:srgbClr val="003366"/>
                </a:solidFill>
                <a:latin typeface="Times New Roman"/>
                <a:cs typeface="Times New Roman"/>
              </a:rPr>
              <a:t>Only the first </a:t>
            </a:r>
            <a:r>
              <a:rPr sz="3080" b="1" spc="-11" dirty="0">
                <a:solidFill>
                  <a:srgbClr val="003366"/>
                </a:solidFill>
                <a:latin typeface="Times New Roman"/>
                <a:cs typeface="Times New Roman"/>
              </a:rPr>
              <a:t>address </a:t>
            </a:r>
            <a:r>
              <a:rPr sz="3080" b="1" spc="-6" dirty="0">
                <a:solidFill>
                  <a:srgbClr val="003366"/>
                </a:solidFill>
                <a:latin typeface="Times New Roman"/>
                <a:cs typeface="Times New Roman"/>
              </a:rPr>
              <a:t>belongs to this</a:t>
            </a:r>
            <a:r>
              <a:rPr sz="3080" b="1" spc="38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3080" b="1" spc="-6" dirty="0">
                <a:solidFill>
                  <a:srgbClr val="003366"/>
                </a:solidFill>
                <a:latin typeface="Times New Roman"/>
                <a:cs typeface="Times New Roman"/>
              </a:rPr>
              <a:t>supernet</a:t>
            </a:r>
            <a:r>
              <a:rPr sz="3080" b="1" spc="-6" dirty="0">
                <a:solidFill>
                  <a:srgbClr val="666699"/>
                </a:solidFill>
                <a:latin typeface="Times New Roman"/>
                <a:cs typeface="Times New Roman"/>
              </a:rPr>
              <a:t>.</a:t>
            </a:r>
            <a:endParaRPr sz="308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428237" y="1103376"/>
            <a:ext cx="2896819" cy="9890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604260" y="1244544"/>
            <a:ext cx="2555113" cy="577657"/>
          </a:xfrm>
          <a:prstGeom prst="rect">
            <a:avLst/>
          </a:prstGeom>
          <a:ln w="38100">
            <a:solidFill>
              <a:srgbClr val="FF3300"/>
            </a:solidFill>
          </a:ln>
        </p:spPr>
        <p:txBody>
          <a:bodyPr vert="horz" wrap="square" lIns="0" tIns="35622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01283">
              <a:spcBef>
                <a:spcPts val="279"/>
              </a:spcBef>
            </a:pPr>
            <a:r>
              <a:rPr sz="3520" b="1" i="1" dirty="0">
                <a:latin typeface="Times New Roman"/>
                <a:cs typeface="Times New Roman"/>
              </a:rPr>
              <a:t>Example</a:t>
            </a:r>
            <a:r>
              <a:rPr sz="3520" b="1" i="1" spc="-55" dirty="0">
                <a:latin typeface="Times New Roman"/>
                <a:cs typeface="Times New Roman"/>
              </a:rPr>
              <a:t> </a:t>
            </a:r>
            <a:r>
              <a:rPr sz="3520" b="1" i="1" dirty="0">
                <a:latin typeface="Times New Roman"/>
                <a:cs typeface="Times New Roman"/>
              </a:rPr>
              <a:t>15</a:t>
            </a:r>
            <a:endParaRPr sz="3520">
              <a:latin typeface="Times New Roman"/>
              <a:cs typeface="Times New Roman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E90D734-EC25-2E46-8614-EDD2F6E29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641865" y="7199325"/>
            <a:ext cx="309981" cy="215444"/>
          </a:xfrm>
        </p:spPr>
        <p:txBody>
          <a:bodyPr/>
          <a:lstStyle/>
          <a:p>
            <a:fld id="{8030269B-3FF7-874D-8ED1-2D9E2506D078}" type="slidenum">
              <a:rPr lang="en-US" smtClean="0"/>
              <a:pPr/>
              <a:t>66</a:t>
            </a:fld>
            <a:endParaRPr lang="en-US"/>
          </a:p>
        </p:txBody>
      </p:sp>
      <p:sp>
        <p:nvSpPr>
          <p:cNvPr id="4" name="object 4"/>
          <p:cNvSpPr txBox="1"/>
          <p:nvPr/>
        </p:nvSpPr>
        <p:spPr>
          <a:xfrm>
            <a:off x="757870" y="2485132"/>
            <a:ext cx="9133585" cy="1435329"/>
          </a:xfrm>
          <a:prstGeom prst="rect">
            <a:avLst/>
          </a:prstGeom>
        </p:spPr>
        <p:txBody>
          <a:bodyPr vert="horz" wrap="square" lIns="0" tIns="13272" rIns="0" bIns="0" rtlCol="0">
            <a:spAutoFit/>
          </a:bodyPr>
          <a:lstStyle/>
          <a:p>
            <a:pPr marL="13970" marR="5588" algn="just">
              <a:spcBef>
                <a:spcPts val="105"/>
              </a:spcBef>
            </a:pPr>
            <a:r>
              <a:rPr sz="3080" spc="-6" dirty="0">
                <a:solidFill>
                  <a:srgbClr val="003366"/>
                </a:solidFill>
                <a:latin typeface="Times New Roman"/>
                <a:cs typeface="Times New Roman"/>
              </a:rPr>
              <a:t>A </a:t>
            </a:r>
            <a:r>
              <a:rPr sz="3080" dirty="0">
                <a:solidFill>
                  <a:srgbClr val="003366"/>
                </a:solidFill>
                <a:latin typeface="Times New Roman"/>
                <a:cs typeface="Times New Roman"/>
              </a:rPr>
              <a:t>supernet </a:t>
            </a:r>
            <a:r>
              <a:rPr sz="3080" spc="-6" dirty="0">
                <a:solidFill>
                  <a:srgbClr val="003366"/>
                </a:solidFill>
                <a:latin typeface="Times New Roman"/>
                <a:cs typeface="Times New Roman"/>
              </a:rPr>
              <a:t>has a </a:t>
            </a:r>
            <a:r>
              <a:rPr sz="3080" dirty="0">
                <a:solidFill>
                  <a:srgbClr val="003366"/>
                </a:solidFill>
                <a:latin typeface="Times New Roman"/>
                <a:cs typeface="Times New Roman"/>
              </a:rPr>
              <a:t>first </a:t>
            </a:r>
            <a:r>
              <a:rPr sz="3080" spc="-6" dirty="0">
                <a:solidFill>
                  <a:srgbClr val="003366"/>
                </a:solidFill>
                <a:latin typeface="Times New Roman"/>
                <a:cs typeface="Times New Roman"/>
              </a:rPr>
              <a:t>address </a:t>
            </a:r>
            <a:r>
              <a:rPr sz="3080" dirty="0">
                <a:solidFill>
                  <a:srgbClr val="003366"/>
                </a:solidFill>
                <a:latin typeface="Times New Roman"/>
                <a:cs typeface="Times New Roman"/>
              </a:rPr>
              <a:t>of </a:t>
            </a:r>
            <a:r>
              <a:rPr sz="3080" spc="-6" dirty="0">
                <a:solidFill>
                  <a:srgbClr val="003366"/>
                </a:solidFill>
                <a:latin typeface="Times New Roman"/>
                <a:cs typeface="Times New Roman"/>
              </a:rPr>
              <a:t>205.16.32.0 and a  </a:t>
            </a:r>
            <a:r>
              <a:rPr sz="3080" dirty="0">
                <a:solidFill>
                  <a:srgbClr val="003366"/>
                </a:solidFill>
                <a:latin typeface="Times New Roman"/>
                <a:cs typeface="Times New Roman"/>
              </a:rPr>
              <a:t>supernet </a:t>
            </a:r>
            <a:r>
              <a:rPr sz="3080" spc="-11" dirty="0">
                <a:solidFill>
                  <a:srgbClr val="003366"/>
                </a:solidFill>
                <a:latin typeface="Times New Roman"/>
                <a:cs typeface="Times New Roman"/>
              </a:rPr>
              <a:t>mask </a:t>
            </a:r>
            <a:r>
              <a:rPr sz="3080" dirty="0">
                <a:solidFill>
                  <a:srgbClr val="003366"/>
                </a:solidFill>
                <a:latin typeface="Times New Roman"/>
                <a:cs typeface="Times New Roman"/>
              </a:rPr>
              <a:t>of </a:t>
            </a:r>
            <a:r>
              <a:rPr sz="3080" spc="-6" dirty="0">
                <a:solidFill>
                  <a:srgbClr val="003366"/>
                </a:solidFill>
                <a:latin typeface="Times New Roman"/>
                <a:cs typeface="Times New Roman"/>
              </a:rPr>
              <a:t>255.255.248.0. </a:t>
            </a:r>
            <a:r>
              <a:rPr sz="3080" dirty="0">
                <a:solidFill>
                  <a:srgbClr val="003366"/>
                </a:solidFill>
                <a:latin typeface="Times New Roman"/>
                <a:cs typeface="Times New Roman"/>
              </a:rPr>
              <a:t>How </a:t>
            </a:r>
            <a:r>
              <a:rPr sz="3080" spc="-11" dirty="0">
                <a:solidFill>
                  <a:srgbClr val="003366"/>
                </a:solidFill>
                <a:latin typeface="Times New Roman"/>
                <a:cs typeface="Times New Roman"/>
              </a:rPr>
              <a:t>many </a:t>
            </a:r>
            <a:r>
              <a:rPr sz="3080" spc="-6" dirty="0">
                <a:solidFill>
                  <a:srgbClr val="003366"/>
                </a:solidFill>
                <a:latin typeface="Times New Roman"/>
                <a:cs typeface="Times New Roman"/>
              </a:rPr>
              <a:t>blocks are in  </a:t>
            </a:r>
            <a:r>
              <a:rPr sz="3080" dirty="0">
                <a:solidFill>
                  <a:srgbClr val="003366"/>
                </a:solidFill>
                <a:latin typeface="Times New Roman"/>
                <a:cs typeface="Times New Roman"/>
              </a:rPr>
              <a:t>this supernet </a:t>
            </a:r>
            <a:r>
              <a:rPr sz="3080" spc="-6" dirty="0">
                <a:solidFill>
                  <a:srgbClr val="003366"/>
                </a:solidFill>
                <a:latin typeface="Times New Roman"/>
                <a:cs typeface="Times New Roman"/>
              </a:rPr>
              <a:t>and what is </a:t>
            </a:r>
            <a:r>
              <a:rPr sz="3080" dirty="0">
                <a:solidFill>
                  <a:srgbClr val="003366"/>
                </a:solidFill>
                <a:latin typeface="Times New Roman"/>
                <a:cs typeface="Times New Roman"/>
              </a:rPr>
              <a:t>the range of</a:t>
            </a:r>
            <a:r>
              <a:rPr sz="3080" spc="-94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3080" dirty="0">
                <a:solidFill>
                  <a:srgbClr val="003366"/>
                </a:solidFill>
                <a:latin typeface="Times New Roman"/>
                <a:cs typeface="Times New Roman"/>
              </a:rPr>
              <a:t>addresses?</a:t>
            </a:r>
            <a:endParaRPr sz="308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423903" y="4430315"/>
            <a:ext cx="2152498" cy="98907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599786" y="4520353"/>
            <a:ext cx="1807718" cy="579069"/>
          </a:xfrm>
          <a:prstGeom prst="rect">
            <a:avLst/>
          </a:prstGeom>
          <a:ln w="38100">
            <a:solidFill>
              <a:srgbClr val="FF3300"/>
            </a:solidFill>
          </a:ln>
        </p:spPr>
        <p:txBody>
          <a:bodyPr vert="horz" wrap="square" lIns="0" tIns="37021" rIns="0" bIns="0" rtlCol="0">
            <a:spAutoFit/>
          </a:bodyPr>
          <a:lstStyle/>
          <a:p>
            <a:pPr marL="100584">
              <a:spcBef>
                <a:spcPts val="292"/>
              </a:spcBef>
            </a:pPr>
            <a:r>
              <a:rPr sz="3520" b="1" i="1" dirty="0">
                <a:solidFill>
                  <a:srgbClr val="003366"/>
                </a:solidFill>
                <a:latin typeface="Times New Roman"/>
                <a:cs typeface="Times New Roman"/>
              </a:rPr>
              <a:t>Solution</a:t>
            </a:r>
            <a:endParaRPr sz="352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20379" y="5386282"/>
            <a:ext cx="9438831" cy="1909305"/>
          </a:xfrm>
          <a:prstGeom prst="rect">
            <a:avLst/>
          </a:prstGeom>
        </p:spPr>
        <p:txBody>
          <a:bodyPr vert="horz" wrap="square" lIns="0" tIns="13272" rIns="0" bIns="0" rtlCol="0">
            <a:spAutoFit/>
          </a:bodyPr>
          <a:lstStyle/>
          <a:p>
            <a:pPr marL="83820" marR="73343" algn="just">
              <a:spcBef>
                <a:spcPts val="105"/>
              </a:spcBef>
            </a:pPr>
            <a:r>
              <a:rPr sz="3080" spc="-6" dirty="0">
                <a:solidFill>
                  <a:srgbClr val="666699"/>
                </a:solidFill>
                <a:latin typeface="Times New Roman"/>
                <a:cs typeface="Times New Roman"/>
              </a:rPr>
              <a:t>The supernet has </a:t>
            </a:r>
            <a:r>
              <a:rPr sz="3080" dirty="0">
                <a:solidFill>
                  <a:srgbClr val="666699"/>
                </a:solidFill>
                <a:latin typeface="Times New Roman"/>
                <a:cs typeface="Times New Roman"/>
              </a:rPr>
              <a:t>21 1s. </a:t>
            </a:r>
            <a:r>
              <a:rPr sz="3080" spc="-6" dirty="0">
                <a:solidFill>
                  <a:srgbClr val="666699"/>
                </a:solidFill>
                <a:latin typeface="Times New Roman"/>
                <a:cs typeface="Times New Roman"/>
              </a:rPr>
              <a:t>The default </a:t>
            </a:r>
            <a:r>
              <a:rPr sz="3080" spc="-11" dirty="0">
                <a:solidFill>
                  <a:srgbClr val="666699"/>
                </a:solidFill>
                <a:latin typeface="Times New Roman"/>
                <a:cs typeface="Times New Roman"/>
              </a:rPr>
              <a:t>mask </a:t>
            </a:r>
            <a:r>
              <a:rPr sz="3080" spc="-6" dirty="0">
                <a:solidFill>
                  <a:srgbClr val="666699"/>
                </a:solidFill>
                <a:latin typeface="Times New Roman"/>
                <a:cs typeface="Times New Roman"/>
              </a:rPr>
              <a:t>has </a:t>
            </a:r>
            <a:r>
              <a:rPr sz="3080" dirty="0">
                <a:solidFill>
                  <a:srgbClr val="666699"/>
                </a:solidFill>
                <a:latin typeface="Times New Roman"/>
                <a:cs typeface="Times New Roman"/>
              </a:rPr>
              <a:t>24 </a:t>
            </a:r>
            <a:r>
              <a:rPr sz="3080" spc="-6" dirty="0">
                <a:solidFill>
                  <a:srgbClr val="666699"/>
                </a:solidFill>
                <a:latin typeface="Times New Roman"/>
                <a:cs typeface="Times New Roman"/>
              </a:rPr>
              <a:t>1s. Since  </a:t>
            </a:r>
            <a:r>
              <a:rPr sz="3080" dirty="0">
                <a:solidFill>
                  <a:srgbClr val="666699"/>
                </a:solidFill>
                <a:latin typeface="Times New Roman"/>
                <a:cs typeface="Times New Roman"/>
              </a:rPr>
              <a:t>the </a:t>
            </a:r>
            <a:r>
              <a:rPr sz="3080" spc="-11" dirty="0">
                <a:solidFill>
                  <a:srgbClr val="666699"/>
                </a:solidFill>
                <a:latin typeface="Times New Roman"/>
                <a:cs typeface="Times New Roman"/>
              </a:rPr>
              <a:t>difference </a:t>
            </a:r>
            <a:r>
              <a:rPr sz="3080" spc="-6" dirty="0">
                <a:solidFill>
                  <a:srgbClr val="666699"/>
                </a:solidFill>
                <a:latin typeface="Times New Roman"/>
                <a:cs typeface="Times New Roman"/>
              </a:rPr>
              <a:t>is </a:t>
            </a:r>
            <a:r>
              <a:rPr sz="3080" dirty="0">
                <a:solidFill>
                  <a:srgbClr val="666699"/>
                </a:solidFill>
                <a:latin typeface="Times New Roman"/>
                <a:cs typeface="Times New Roman"/>
              </a:rPr>
              <a:t>3, </a:t>
            </a:r>
            <a:r>
              <a:rPr sz="3080" spc="-11" dirty="0">
                <a:solidFill>
                  <a:srgbClr val="666699"/>
                </a:solidFill>
                <a:latin typeface="Times New Roman"/>
                <a:cs typeface="Times New Roman"/>
              </a:rPr>
              <a:t>there </a:t>
            </a:r>
            <a:r>
              <a:rPr sz="3080" spc="-6" dirty="0">
                <a:solidFill>
                  <a:srgbClr val="666699"/>
                </a:solidFill>
                <a:latin typeface="Times New Roman"/>
                <a:cs typeface="Times New Roman"/>
              </a:rPr>
              <a:t>are </a:t>
            </a:r>
            <a:r>
              <a:rPr sz="3080" spc="6" dirty="0">
                <a:solidFill>
                  <a:srgbClr val="666699"/>
                </a:solidFill>
                <a:latin typeface="Times New Roman"/>
                <a:cs typeface="Times New Roman"/>
              </a:rPr>
              <a:t>2</a:t>
            </a:r>
            <a:r>
              <a:rPr sz="3053" spc="8" baseline="25525" dirty="0">
                <a:solidFill>
                  <a:srgbClr val="666699"/>
                </a:solidFill>
                <a:latin typeface="Times New Roman"/>
                <a:cs typeface="Times New Roman"/>
              </a:rPr>
              <a:t>3 </a:t>
            </a:r>
            <a:r>
              <a:rPr sz="3080" dirty="0">
                <a:solidFill>
                  <a:srgbClr val="666699"/>
                </a:solidFill>
                <a:latin typeface="Times New Roman"/>
                <a:cs typeface="Times New Roman"/>
              </a:rPr>
              <a:t>or </a:t>
            </a:r>
            <a:r>
              <a:rPr sz="3080" spc="-6" dirty="0">
                <a:solidFill>
                  <a:srgbClr val="666699"/>
                </a:solidFill>
                <a:latin typeface="Times New Roman"/>
                <a:cs typeface="Times New Roman"/>
              </a:rPr>
              <a:t>8 blocks in this supernet.  The blocks are </a:t>
            </a:r>
            <a:r>
              <a:rPr sz="3080" dirty="0">
                <a:solidFill>
                  <a:srgbClr val="666699"/>
                </a:solidFill>
                <a:latin typeface="Times New Roman"/>
                <a:cs typeface="Times New Roman"/>
              </a:rPr>
              <a:t>205.16.32.0 </a:t>
            </a:r>
            <a:r>
              <a:rPr sz="3080" spc="-6" dirty="0">
                <a:solidFill>
                  <a:srgbClr val="666699"/>
                </a:solidFill>
                <a:latin typeface="Times New Roman"/>
                <a:cs typeface="Times New Roman"/>
              </a:rPr>
              <a:t>to 205.16.39.0. </a:t>
            </a:r>
            <a:r>
              <a:rPr sz="3080" dirty="0">
                <a:solidFill>
                  <a:srgbClr val="666699"/>
                </a:solidFill>
                <a:latin typeface="Times New Roman"/>
                <a:cs typeface="Times New Roman"/>
              </a:rPr>
              <a:t>The </a:t>
            </a:r>
            <a:r>
              <a:rPr sz="3080" spc="-6" dirty="0">
                <a:solidFill>
                  <a:srgbClr val="666699"/>
                </a:solidFill>
                <a:latin typeface="Times New Roman"/>
                <a:cs typeface="Times New Roman"/>
              </a:rPr>
              <a:t>first  address is </a:t>
            </a:r>
            <a:r>
              <a:rPr sz="3080" dirty="0">
                <a:solidFill>
                  <a:srgbClr val="666699"/>
                </a:solidFill>
                <a:latin typeface="Times New Roman"/>
                <a:cs typeface="Times New Roman"/>
              </a:rPr>
              <a:t>205.16.32.0. </a:t>
            </a:r>
            <a:r>
              <a:rPr sz="3080" spc="-6" dirty="0">
                <a:solidFill>
                  <a:srgbClr val="666699"/>
                </a:solidFill>
                <a:latin typeface="Times New Roman"/>
                <a:cs typeface="Times New Roman"/>
              </a:rPr>
              <a:t>The last address is</a:t>
            </a:r>
            <a:r>
              <a:rPr sz="3080" spc="-94" dirty="0">
                <a:solidFill>
                  <a:srgbClr val="666699"/>
                </a:solidFill>
                <a:latin typeface="Times New Roman"/>
                <a:cs typeface="Times New Roman"/>
              </a:rPr>
              <a:t> </a:t>
            </a:r>
            <a:r>
              <a:rPr sz="3080" dirty="0">
                <a:solidFill>
                  <a:srgbClr val="666699"/>
                </a:solidFill>
                <a:latin typeface="Times New Roman"/>
                <a:cs typeface="Times New Roman"/>
              </a:rPr>
              <a:t>205.16.39.255.</a:t>
            </a:r>
            <a:endParaRPr sz="308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Blank Presentation">
  <a:themeElements>
    <a:clrScheme name="1_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Blank Presentation">
      <a:majorFont>
        <a:latin typeface="Verdana"/>
        <a:ea typeface="ＭＳ Ｐゴシック"/>
        <a:cs typeface=""/>
      </a:majorFont>
      <a:minorFont>
        <a:latin typeface="Verdana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1019175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Book Antiqua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1019175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Book Antiqua" pitchFamily="18" charset="0"/>
          </a:defRPr>
        </a:defPPr>
      </a:lstStyle>
    </a:lnDef>
  </a:objectDefaults>
  <a:extraClrSchemeLst>
    <a:extraClrScheme>
      <a:clrScheme name="1_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 Presentation">
      <a:majorFont>
        <a:latin typeface="Verdana"/>
        <a:ea typeface="ＭＳ Ｐゴシック"/>
        <a:cs typeface=""/>
      </a:majorFont>
      <a:minorFont>
        <a:latin typeface="Verdana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1019175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Book Antiqua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1019175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Book Antiqua" pitchFamily="18" charset="0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4_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 Presentation">
      <a:majorFont>
        <a:latin typeface="Verdana"/>
        <a:ea typeface="ＭＳ Ｐゴシック"/>
        <a:cs typeface=""/>
      </a:majorFont>
      <a:minorFont>
        <a:latin typeface="Verdana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1019175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Book Antiqua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1019175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Book Antiqua" pitchFamily="18" charset="0"/>
          </a:defRPr>
        </a:defPPr>
      </a:lstStyle>
    </a:lnDef>
    <a:txDef>
      <a:spPr>
        <a:noFill/>
      </a:spPr>
      <a:bodyPr wrap="none" lIns="0" tIns="0" rIns="0" bIns="0" rtlCol="0" anchor="ctr">
        <a:spAutoFit/>
      </a:bodyPr>
      <a:lstStyle>
        <a:defPPr algn="ctr">
          <a:defRPr dirty="0" smtClean="0">
            <a:latin typeface="Verdana"/>
          </a:defRPr>
        </a:defPPr>
      </a:lstStyle>
    </a:tx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5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c:\winapps\msoffice\powerpnt\template\clrovrhd\dbllinec.ppt</Template>
  <TotalTime>80149806</TotalTime>
  <Pages>9</Pages>
  <Words>1967</Words>
  <Application>Microsoft Office PowerPoint</Application>
  <PresentationFormat>Custom</PresentationFormat>
  <Paragraphs>304</Paragraphs>
  <Slides>66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66</vt:i4>
      </vt:variant>
    </vt:vector>
  </HeadingPairs>
  <TitlesOfParts>
    <vt:vector size="79" baseType="lpstr">
      <vt:lpstr>Arial</vt:lpstr>
      <vt:lpstr>Book Antiqua</vt:lpstr>
      <vt:lpstr>Calibri</vt:lpstr>
      <vt:lpstr>Calibri Light</vt:lpstr>
      <vt:lpstr>Symbol</vt:lpstr>
      <vt:lpstr>Tahoma</vt:lpstr>
      <vt:lpstr>Times New Roman</vt:lpstr>
      <vt:lpstr>Verdana</vt:lpstr>
      <vt:lpstr>Wingdings</vt:lpstr>
      <vt:lpstr>1_Blank Presentation</vt:lpstr>
      <vt:lpstr>Blank Presentation</vt:lpstr>
      <vt:lpstr>4_Blank Presentation</vt:lpstr>
      <vt:lpstr>Retrospect</vt:lpstr>
      <vt:lpstr>   Network Layer: IP Addressesing  GitHub - AhmadNawaz110/CE313-Computer-Commincation-and-Network-Spring-2026-    </vt:lpstr>
      <vt:lpstr>What is an IPV4 Address?</vt:lpstr>
      <vt:lpstr>Address Space</vt:lpstr>
      <vt:lpstr>Address space rule</vt:lpstr>
      <vt:lpstr>IPv4 address space</vt:lpstr>
      <vt:lpstr>PowerPoint Presentation</vt:lpstr>
      <vt:lpstr>Dotted-decimal notation</vt:lpstr>
      <vt:lpstr>Example 3</vt:lpstr>
      <vt:lpstr>Example 3 (continued)</vt:lpstr>
      <vt:lpstr>CLASSFUL  ADDRESSING</vt:lpstr>
      <vt:lpstr>In classful addressing the address space is  divided into 5 classes:</vt:lpstr>
      <vt:lpstr>Finding the class in binary notation</vt:lpstr>
      <vt:lpstr>Finding the address class</vt:lpstr>
      <vt:lpstr>Example 5</vt:lpstr>
      <vt:lpstr>PowerPoint Presentation</vt:lpstr>
      <vt:lpstr>Finding the class in decimal notation</vt:lpstr>
      <vt:lpstr>PowerPoint Presentation</vt:lpstr>
      <vt:lpstr>IP address with appending port  number</vt:lpstr>
      <vt:lpstr>Netid and hostid</vt:lpstr>
      <vt:lpstr>Blocks in class A</vt:lpstr>
      <vt:lpstr>Blocks in class B</vt:lpstr>
      <vt:lpstr>Blocks in class C</vt:lpstr>
      <vt:lpstr>PowerPoint Presentation</vt:lpstr>
      <vt:lpstr>PowerPoint Presentation</vt:lpstr>
      <vt:lpstr>PowerPoint Presentation</vt:lpstr>
      <vt:lpstr>Network Addresses</vt:lpstr>
      <vt:lpstr>PowerPoint Presentation</vt:lpstr>
      <vt:lpstr>PowerPoint Presentation</vt:lpstr>
      <vt:lpstr>Mask</vt:lpstr>
      <vt:lpstr>Default Mask</vt:lpstr>
      <vt:lpstr>Subnet Mask</vt:lpstr>
      <vt:lpstr>Subnet Mask (Cont.)</vt:lpstr>
      <vt:lpstr>Subnet Mask (Cont.)</vt:lpstr>
      <vt:lpstr>Subnet Mask (Cont.)</vt:lpstr>
      <vt:lpstr>Subnet Mask (Cont.)</vt:lpstr>
      <vt:lpstr>A network with two levels of  hierarchy (not subnetted)</vt:lpstr>
      <vt:lpstr>Note</vt:lpstr>
      <vt:lpstr>Example 9</vt:lpstr>
      <vt:lpstr>Solution</vt:lpstr>
      <vt:lpstr>What is the subnetwork address if the  destination address is 19.30.80.5 and the  mask is 255.255.192.0?</vt:lpstr>
      <vt:lpstr>Solution</vt:lpstr>
      <vt:lpstr>Comparison of a default mask and  a subnet mask</vt:lpstr>
      <vt:lpstr>PowerPoint Presentation</vt:lpstr>
      <vt:lpstr>A company is granted the site address</vt:lpstr>
      <vt:lpstr>Solution (Continued)</vt:lpstr>
      <vt:lpstr>Solution (Continued)</vt:lpstr>
      <vt:lpstr>Example 3</vt:lpstr>
      <vt:lpstr>A company is granted the site address</vt:lpstr>
      <vt:lpstr>Solution (Continued)</vt:lpstr>
      <vt:lpstr>Solution (Continued)</vt:lpstr>
      <vt:lpstr>Example 4</vt:lpstr>
      <vt:lpstr>PowerPoint Presentation</vt:lpstr>
      <vt:lpstr>PowerPoint Presentation</vt:lpstr>
      <vt:lpstr>SUPERNETTING</vt:lpstr>
      <vt:lpstr>What is supernetting?</vt:lpstr>
      <vt:lpstr>A supernetwork</vt:lpstr>
      <vt:lpstr>Rules:</vt:lpstr>
      <vt:lpstr>Which of the following set of class C blocks</vt:lpstr>
      <vt:lpstr>Solution</vt:lpstr>
      <vt:lpstr>PowerPoint Presentation</vt:lpstr>
      <vt:lpstr>PowerPoint Presentation</vt:lpstr>
      <vt:lpstr>Comparison of subnet, default,  and supernet masks</vt:lpstr>
      <vt:lpstr>We need to make a supernetwork out of 16</vt:lpstr>
      <vt:lpstr>Example 14</vt:lpstr>
      <vt:lpstr>Solution</vt:lpstr>
      <vt:lpstr>Example 15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Issues in ATM Network Control</dc:title>
  <dc:creator>Roch</dc:creator>
  <cp:lastModifiedBy>Muhammad Ahmad Nawaz Lecturer FCSE</cp:lastModifiedBy>
  <cp:revision>946</cp:revision>
  <cp:lastPrinted>2014-09-14T17:34:26Z</cp:lastPrinted>
  <dcterms:created xsi:type="dcterms:W3CDTF">2012-08-25T18:43:10Z</dcterms:created>
  <dcterms:modified xsi:type="dcterms:W3CDTF">2026-03-02T09:47:47Z</dcterms:modified>
</cp:coreProperties>
</file>